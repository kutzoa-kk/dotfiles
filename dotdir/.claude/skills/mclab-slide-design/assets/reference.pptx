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57976288637f414f"/><Relationship Type="http://schemas.openxmlformats.org/officeDocument/2006/relationships/extended-properties" Target="/docProps/app.xml" Id="R9cfdd65f209547de"/><Relationship Type="http://schemas.openxmlformats.org/officeDocument/2006/relationships/officeDocument" Target="/ppt/presentation.xml" Id="R15525440568d477d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27881b30a3482a"/>
  </p:sldMasterIdLst>
  <p:notesMasterIdLst>
    <p:notesMasterId xmlns:r="http://schemas.openxmlformats.org/officeDocument/2006/relationships" r:id="R56984a534b3e43a6"/>
  </p:notesMasterIdLst>
  <p:sldIdLst>
    <p:sldId xmlns:r="http://schemas.openxmlformats.org/officeDocument/2006/relationships" id="256" r:id="Rf3367a87b8ab4e64"/>
    <p:sldId xmlns:r="http://schemas.openxmlformats.org/officeDocument/2006/relationships" id="257" r:id="R336034885bc94fcf"/>
    <p:sldId xmlns:r="http://schemas.openxmlformats.org/officeDocument/2006/relationships" id="258" r:id="Rb8661cecc7bd4b8f"/>
    <p:sldId xmlns:r="http://schemas.openxmlformats.org/officeDocument/2006/relationships" id="259" r:id="R1597a7bc70a34764"/>
    <p:sldId xmlns:r="http://schemas.openxmlformats.org/officeDocument/2006/relationships" id="260" r:id="R08c6e37691be4729"/>
    <p:sldId xmlns:r="http://schemas.openxmlformats.org/officeDocument/2006/relationships" id="261" r:id="Rd81e445492ee4ca2"/>
    <p:sldId xmlns:r="http://schemas.openxmlformats.org/officeDocument/2006/relationships" id="262" r:id="Rb80a1125831e4913"/>
    <p:sldId xmlns:r="http://schemas.openxmlformats.org/officeDocument/2006/relationships" id="263" r:id="R4e1e63b3e44e4bd1"/>
    <p:sldId xmlns:r="http://schemas.openxmlformats.org/officeDocument/2006/relationships" id="264" r:id="R57b8d4f565104c26"/>
    <p:sldId xmlns:r="http://schemas.openxmlformats.org/officeDocument/2006/relationships" id="265" r:id="Rbe24496660ed4964"/>
    <p:sldId xmlns:r="http://schemas.openxmlformats.org/officeDocument/2006/relationships" id="266" r:id="Reea9a906d8d94a81"/>
    <p:sldId xmlns:r="http://schemas.openxmlformats.org/officeDocument/2006/relationships" id="267" r:id="R7660ec5d12434693"/>
    <p:sldId xmlns:r="http://schemas.openxmlformats.org/officeDocument/2006/relationships" id="268" r:id="Rf55cff9f81134632"/>
    <p:sldId xmlns:r="http://schemas.openxmlformats.org/officeDocument/2006/relationships" id="269" r:id="R1ec0e6e863a44d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90c81f26bdb041e8"/><Relationship Type="http://schemas.openxmlformats.org/officeDocument/2006/relationships/slideMaster" Target="/ppt/slideMasters/slideMaster1.xml" Id="R2a27881b30a3482a"/><Relationship Type="http://schemas.openxmlformats.org/officeDocument/2006/relationships/notesMaster" Target="/ppt/notesMasters/notesMaster1.xml" Id="R56984a534b3e43a6"/><Relationship Type="http://schemas.openxmlformats.org/officeDocument/2006/relationships/presProps" Target="/ppt/presProps.xml" Id="R42010b64ebd04213"/><Relationship Type="http://schemas.openxmlformats.org/officeDocument/2006/relationships/tableStyles" Target="/ppt/tableStyles.xml" Id="Ra2ee824bdd7a4969"/><Relationship Type="http://schemas.openxmlformats.org/officeDocument/2006/relationships/slide" Target="/ppt/slides/slide1.xml" Id="Rf3367a87b8ab4e64"/><Relationship Type="http://schemas.openxmlformats.org/officeDocument/2006/relationships/slide" Target="/ppt/slides/slide2.xml" Id="R336034885bc94fcf"/><Relationship Type="http://schemas.openxmlformats.org/officeDocument/2006/relationships/slide" Target="/ppt/slides/slide3.xml" Id="Rb8661cecc7bd4b8f"/><Relationship Type="http://schemas.openxmlformats.org/officeDocument/2006/relationships/slide" Target="/ppt/slides/slide4.xml" Id="R1597a7bc70a34764"/><Relationship Type="http://schemas.openxmlformats.org/officeDocument/2006/relationships/slide" Target="/ppt/slides/slide5.xml" Id="R08c6e37691be4729"/><Relationship Type="http://schemas.openxmlformats.org/officeDocument/2006/relationships/slide" Target="/ppt/slides/slide6.xml" Id="Rd81e445492ee4ca2"/><Relationship Type="http://schemas.openxmlformats.org/officeDocument/2006/relationships/slide" Target="/ppt/slides/slide7.xml" Id="Rb80a1125831e4913"/><Relationship Type="http://schemas.openxmlformats.org/officeDocument/2006/relationships/slide" Target="/ppt/slides/slide8.xml" Id="R4e1e63b3e44e4bd1"/><Relationship Type="http://schemas.openxmlformats.org/officeDocument/2006/relationships/slide" Target="/ppt/slides/slide9.xml" Id="R57b8d4f565104c26"/><Relationship Type="http://schemas.openxmlformats.org/officeDocument/2006/relationships/slide" Target="/ppt/slides/slide10.xml" Id="Rbe24496660ed4964"/><Relationship Type="http://schemas.openxmlformats.org/officeDocument/2006/relationships/slide" Target="/ppt/slides/slide11.xml" Id="Reea9a906d8d94a81"/><Relationship Type="http://schemas.openxmlformats.org/officeDocument/2006/relationships/slide" Target="/ppt/slides/slide12.xml" Id="R7660ec5d12434693"/><Relationship Type="http://schemas.openxmlformats.org/officeDocument/2006/relationships/slide" Target="/ppt/slides/slide13.xml" Id="Rf55cff9f81134632"/><Relationship Type="http://schemas.openxmlformats.org/officeDocument/2006/relationships/slide" Target="/ppt/slides/slide14.xml" Id="R1ec0e6e863a44d24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9c07a2410aa54be3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CLab Teal">
      <a:dk1>
        <a:srgbClr val="212121"/>
      </a:dk1>
      <a:lt1>
        <a:srgbClr val="FFFFFF"/>
      </a:lt1>
      <a:dk2>
        <a:srgbClr val="666666"/>
      </a:dk2>
      <a:lt2>
        <a:srgbClr val="F5F5F5"/>
      </a:lt2>
      <a:accent1>
        <a:srgbClr val="28B5A2"/>
      </a:accent1>
      <a:accent2>
        <a:srgbClr val="1E8C7D"/>
      </a:accent2>
      <a:accent3>
        <a:srgbClr val="01579B"/>
      </a:accent3>
      <a:accent4>
        <a:srgbClr val="ED6C02"/>
      </a:accent4>
      <a:accent5>
        <a:srgbClr val="C62828"/>
      </a:accent5>
      <a:accent6>
        <a:srgbClr val="2E7D32"/>
      </a:accent6>
      <a:hlink>
        <a:srgbClr val="01579B"/>
      </a:hlink>
      <a:folHlink>
        <a:srgbClr val="6A3D9A"/>
      </a:folHlink>
    </a:clrScheme>
    <a:fontScheme name="MCLab Teal">
      <a:majorFont>
        <a:latin typeface="Roboto"/>
        <a:ea typeface="Hiragino Sans"/>
        <a:cs typeface="Roboto"/>
        <a:font script="Jpan" typeface="Hiragino Sans"/>
      </a:majorFont>
      <a:minorFont>
        <a:latin typeface="Roboto"/>
        <a:ea typeface="Hiragino Sans"/>
        <a:cs typeface="Roboto"/>
        <a:font script="Jpan" typeface="Hiragino Sans"/>
      </a:minorFont>
    </a:fontScheme>
    <a:fmtScheme name="MCLab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f07445d397bf471b"/><Relationship Type="http://schemas.openxmlformats.org/officeDocument/2006/relationships/notesMaster" Target="/ppt/notesMasters/notesMaster1.xml" Id="R816074ed6edf4841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a783adec8a7d4bbd"/><Relationship Type="http://schemas.openxmlformats.org/officeDocument/2006/relationships/notesMaster" Target="/ppt/notesMasters/notesMaster1.xml" Id="R629570cfe1b24879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eb7bc5ef5be74ace"/><Relationship Type="http://schemas.openxmlformats.org/officeDocument/2006/relationships/notesMaster" Target="/ppt/notesMasters/notesMaster1.xml" Id="Rf111d6e71b14459c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199f2c40fffb4eb6"/><Relationship Type="http://schemas.openxmlformats.org/officeDocument/2006/relationships/notesMaster" Target="/ppt/notesMasters/notesMaster1.xml" Id="Ra2535738d6e4442e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a442d09be22c460d"/><Relationship Type="http://schemas.openxmlformats.org/officeDocument/2006/relationships/notesMaster" Target="/ppt/notesMasters/notesMaster1.xml" Id="Ra4ccf53c4ecd41a2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45136fe8fa3e4578"/><Relationship Type="http://schemas.openxmlformats.org/officeDocument/2006/relationships/notesMaster" Target="/ppt/notesMasters/notesMaster1.xml" Id="R7527bf5140224736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8d8c78289c504c9e"/><Relationship Type="http://schemas.openxmlformats.org/officeDocument/2006/relationships/notesMaster" Target="/ppt/notesMasters/notesMaster1.xml" Id="R5b61ad511e864a9a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09dcce24b45d4b6e"/><Relationship Type="http://schemas.openxmlformats.org/officeDocument/2006/relationships/notesMaster" Target="/ppt/notesMasters/notesMaster1.xml" Id="Rc75d17e3fc064b44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51d75bbb0b39499e"/><Relationship Type="http://schemas.openxmlformats.org/officeDocument/2006/relationships/notesMaster" Target="/ppt/notesMasters/notesMaster1.xml" Id="R62fc2e680c2d4ca5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b828e94bda3244f2"/><Relationship Type="http://schemas.openxmlformats.org/officeDocument/2006/relationships/notesMaster" Target="/ppt/notesMasters/notesMaster1.xml" Id="R696bd6aff9034e08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8fde42597728434d"/><Relationship Type="http://schemas.openxmlformats.org/officeDocument/2006/relationships/notesMaster" Target="/ppt/notesMasters/notesMaster1.xml" Id="Rb48ae7d20aa343c1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9c96c532d4ab48a6"/><Relationship Type="http://schemas.openxmlformats.org/officeDocument/2006/relationships/notesMaster" Target="/ppt/notesMasters/notesMaster1.xml" Id="R125e945754cb4108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e77834d719b3475e"/><Relationship Type="http://schemas.openxmlformats.org/officeDocument/2006/relationships/notesMaster" Target="/ppt/notesMasters/notesMaster1.xml" Id="R75fcf3db28ec4fc1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6daf2bf908eb4031"/><Relationship Type="http://schemas.openxmlformats.org/officeDocument/2006/relationships/notesMaster" Target="/ppt/notesMasters/notesMaster1.xml" Id="R1514daa8421049e7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構成例：01 表紙。表示内容はデザインの説明または架空の例です。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構成例：02 標準・本文。表示内容はデザインの説明または架空の例です。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構成例：03 表・全幅。表示内容はデザインの説明または架空の例です。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構成例：02 標準・本文。表示内容はデザインの説明または架空の例です。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構成例：04 比較・2列。表示内容はデザインの説明または架空の例です。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構成例：05 比較・3列。表示内容はデザインの説明または架空の例です。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構成例：06 計画・4段階。表示内容はデザインの説明または架空の例です。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構成例：03 表・全幅。表示内容はデザインの説明または架空の例です。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構成例：07 分類・2軸4区分。表示内容はデザインの説明または架空の例です。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構成例：08 数値・集計表。表示内容はデザインの説明または架空の例です。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構成例：09 数値・内訳。表示内容はデザインの説明または架空の例です。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構成例：10 表・二段。表示内容はデザインの説明または架空の例です。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構成例：11 工程表・5時点。表示内容はデザインの説明または架空の例です。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構成例：12 長いタイトル・2列。表示内容はデザインの説明または架空の例です。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9abbd557b714621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c719a2e6c96452f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a8e27baf24a4aec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c615a26cb1744429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90ee716c20743b2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3d335fea241d4a5d"/></Relationships>
</file>

<file path=ppt/slideLayouts/_rels/slideLayout7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c5e90eee0cc04a93"/></Relationships>
</file>

<file path=ppt/slideLayouts/_rels/slideLayout8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bb05ca47b864af0"/></Relationships>
</file>

<file path=ppt/slideLayouts/_rels/slideLayout9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cbc90e86096b48b3"/></Relationships>
</file>

<file path=ppt/slideLayouts/_rels/slideLayout10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eac068efaa454f66"/></Relationships>
</file>

<file path=ppt/slideLayouts/_rels/slideLayout1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7c5f63cea94c4514"/></Relationships>
</file>

<file path=ppt/slideLayouts/_rels/slideLayout1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bc618e714f844343"/></Relationships>
</file>

<file path=ppt/slideLayouts/slideLayout1.xml><?xml version="1.0" encoding="utf-8"?>
<p:sldLayout xmlns:p="http://schemas.openxmlformats.org/presentationml/2006/main" showMasterSp="1" preserve="1">
  <p:cSld name="01 表紙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DB91C5D5-6AB2-412D-9F34-7622AFECA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" y="1314450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 xmlns:a="http://schemas.openxmlformats.org/drawingml/2006/main">
            <a:pPr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36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タイトル</a:t>
            </a:r>
          </a:p>
        </p:txBody>
      </p:sp>
      <p:sp>
        <p:nvSpPr>
          <p:cNvPr id="3" name="脚注">
            <a:extLst xmlns:a="http://schemas.openxmlformats.org/drawingml/2006/main">
              <a:ext uri="{FF2B5EF4-FFF2-40B4-BE49-F238E27FC236}">
                <a16:creationId xmlns:a16="http://schemas.microsoft.com/office/drawing/2014/main" id="{B57987B6-999C-4817-878A-E9E6481437AF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>
          <a:xfrm xmlns:a="http://schemas.openxmlformats.org/drawingml/2006/main">
            <a:off x="495300" y="6419850"/>
            <a:ext cx="1120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脚注</a:t>
            </a:r>
          </a:p>
        </p:txBody>
      </p:sp>
      <p:sp>
        <p:nvSpPr>
          <p:cNvPr id="4" name="資料区分">
            <a:extLst xmlns:a="http://schemas.openxmlformats.org/drawingml/2006/main">
              <a:ext uri="{FF2B5EF4-FFF2-40B4-BE49-F238E27FC236}">
                <a16:creationId xmlns:a16="http://schemas.microsoft.com/office/drawing/2014/main" id="{DDB819EE-7A7D-4EE0-BDC5-7D26D041F1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2450" y="8953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12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12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12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資料区分</a:t>
            </a:r>
          </a:p>
        </p:txBody>
      </p:sp>
      <p:sp>
        <p:nvSpPr>
          <p:cNvPr id="5" name="サブタイトル">
            <a:extLst xmlns:a="http://schemas.openxmlformats.org/drawingml/2006/main">
              <a:ext uri="{FF2B5EF4-FFF2-40B4-BE49-F238E27FC236}">
                <a16:creationId xmlns:a16="http://schemas.microsoft.com/office/drawing/2014/main" id="{30E45257-32F6-4443-BEC8-491C80216A8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71500" y="23050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8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サブタイトル</a:t>
            </a:r>
          </a:p>
        </p:txBody>
      </p:sp>
      <p:sp>
        <p:nvSpPr>
          <p:cNvPr id="6" name="表紙本文">
            <a:extLst xmlns:a="http://schemas.openxmlformats.org/drawingml/2006/main">
              <a:ext uri="{FF2B5EF4-FFF2-40B4-BE49-F238E27FC236}">
                <a16:creationId xmlns:a16="http://schemas.microsoft.com/office/drawing/2014/main" id="{68D8704B-A734-44A4-AFE1-DBFCA5E837E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71500" y="3676650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表紙本文</a:t>
            </a:r>
          </a:p>
        </p:txBody>
      </p:sp>
      <p:sp>
        <p:nvSpPr>
          <p:cNvPr id="7" name="日付・作成者">
            <a:extLst xmlns:a="http://schemas.openxmlformats.org/drawingml/2006/main">
              <a:ext uri="{FF2B5EF4-FFF2-40B4-BE49-F238E27FC236}">
                <a16:creationId xmlns:a16="http://schemas.microsoft.com/office/drawing/2014/main" id="{14F13C4F-F9EE-46B5-BFC1-FDE79122F933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71500" y="5314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2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2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2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日付・作成者</a:t>
            </a:r>
          </a:p>
        </p:txBody>
      </p:sp>
      <p:sp>
        <p:nvSpPr>
          <p:cNvPr id="9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B89147E5-C6DB-436A-B5DC-78071A925468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>
          <a:xfrm xmlns:a="http://schemas.openxmlformats.org/drawingml/2006/main">
            <a:off x="495300" y="5848350"/>
            <a:ext cx="11201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0" rIns="0" bIns="0" anchor="ctr">
            <a:noAutofit/>
          </a:bodyPr>
          <a:lstStyle xmlns:a="http://schemas.openxmlformats.org/drawingml/2006/main">
            <a:lvl1pPr>
              <a:defRPr sz="1650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lt1"/>
                </a:solidFill>
                <a:latin typeface="+mn-lt"/>
                <a:ea typeface="+mn-ea"/>
                <a:cs typeface="+mn-cs"/>
              </a:rPr>
              <a:t>結論ラベル</a:t>
            </a:r>
          </a:p>
        </p:txBody>
      </p:sp>
      <p:sp>
        <p:nvSpPr>
          <p:cNvPr id="10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D3F5285D-A325-41DC-8517-6F48977EF8AF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>
          <a:xfrm xmlns:a="http://schemas.openxmlformats.org/drawingml/2006/main">
            <a:off x="2647950" y="584835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>
              <a:defRPr sz="1425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lt1"/>
                </a:solidFill>
                <a:latin typeface="+mn-lt"/>
                <a:ea typeface="+mn-ea"/>
                <a:cs typeface="+mn-cs"/>
              </a:rPr>
              <a:t>結論本文</a:t>
            </a:r>
          </a:p>
        </p:txBody>
      </p:sp>
      <p:sp>
        <p:nvSpPr>
          <p:cNvPr id="11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B5B02210-29AD-4473-87FE-A6ED3B21D76C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preserve="1">
  <p:cSld name="02 標準・本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B2C487F9-2915-4FC1-B27B-B758A0F357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300" y="7429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タイトル</a:t>
            </a:r>
          </a:p>
        </p:txBody>
      </p:sp>
      <p:sp>
        <p:nvSpPr>
          <p:cNvPr id="3" name="タイトル下のアクセント線">
            <a:extLst xmlns:a="http://schemas.openxmlformats.org/drawingml/2006/main">
              <a:ext uri="{FF2B5EF4-FFF2-40B4-BE49-F238E27FC236}">
                <a16:creationId xmlns:a16="http://schemas.microsoft.com/office/drawing/2014/main" id="{F8DBAE57-D046-404A-8C08-E8D59D9A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脚注">
            <a:extLst xmlns:a="http://schemas.openxmlformats.org/drawingml/2006/main">
              <a:ext uri="{FF2B5EF4-FFF2-40B4-BE49-F238E27FC236}">
                <a16:creationId xmlns:a16="http://schemas.microsoft.com/office/drawing/2014/main" id="{99D4A9F7-C6AF-48CE-BEE4-636955647F95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>
          <a:xfrm xmlns:a="http://schemas.openxmlformats.org/drawingml/2006/main">
            <a:off x="495300" y="6419850"/>
            <a:ext cx="1120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脚注</a:t>
            </a:r>
          </a:p>
        </p:txBody>
      </p:sp>
      <p:sp>
        <p:nvSpPr>
          <p:cNvPr id="5" name="本文見出し">
            <a:extLst xmlns:a="http://schemas.openxmlformats.org/drawingml/2006/main">
              <a:ext uri="{FF2B5EF4-FFF2-40B4-BE49-F238E27FC236}">
                <a16:creationId xmlns:a16="http://schemas.microsoft.com/office/drawing/2014/main" id="{B4354726-C82D-4EB9-B9C2-D9FAAA976D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5300" y="17716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9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9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9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本文見出し</a:t>
            </a:r>
          </a:p>
        </p:txBody>
      </p:sp>
      <p:sp>
        <p:nvSpPr>
          <p:cNvPr id="6" name="本文">
            <a:extLst xmlns:a="http://schemas.openxmlformats.org/drawingml/2006/main">
              <a:ext uri="{FF2B5EF4-FFF2-40B4-BE49-F238E27FC236}">
                <a16:creationId xmlns:a16="http://schemas.microsoft.com/office/drawing/2014/main" id="{DA265556-E0AE-4926-AAD3-06C22B24E8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5300" y="2457450"/>
            <a:ext cx="112014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本文</a:t>
            </a:r>
          </a:p>
        </p:txBody>
      </p:sp>
      <p:sp>
        <p:nvSpPr>
          <p:cNvPr id="8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56E4E8BD-CFB8-4A68-AC21-D0D7AC31A444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>
          <a:xfrm xmlns:a="http://schemas.openxmlformats.org/drawingml/2006/main">
            <a:off x="495300" y="5657850"/>
            <a:ext cx="11201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0" rIns="0" bIns="0" anchor="ctr">
            <a:noAutofit/>
          </a:bodyPr>
          <a:lstStyle xmlns:a="http://schemas.openxmlformats.org/drawingml/2006/main">
            <a:lvl1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結論ラベル</a:t>
            </a:r>
          </a:p>
        </p:txBody>
      </p:sp>
      <p:sp>
        <p:nvSpPr>
          <p:cNvPr id="9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19DB8C82-4CBB-4BF7-AB96-2BDF677A5D9F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>
          <a:xfrm xmlns:a="http://schemas.openxmlformats.org/drawingml/2006/main">
            <a:off x="2647950" y="565785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結論本文</a:t>
            </a:r>
          </a:p>
        </p:txBody>
      </p:sp>
      <p:sp>
        <p:nvSpPr>
          <p:cNvPr id="10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A06E7D61-8310-4BFC-82CA-15B2FE56486D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preserve="1">
  <p:cSld name="03 表・全幅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C8E44151-AE0D-4A33-9E81-B3F05A275E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300" y="7429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タイトル</a:t>
            </a:r>
          </a:p>
        </p:txBody>
      </p:sp>
      <p:sp>
        <p:nvSpPr>
          <p:cNvPr id="3" name="タイトル下のアクセント線">
            <a:extLst xmlns:a="http://schemas.openxmlformats.org/drawingml/2006/main">
              <a:ext uri="{FF2B5EF4-FFF2-40B4-BE49-F238E27FC236}">
                <a16:creationId xmlns:a16="http://schemas.microsoft.com/office/drawing/2014/main" id="{61224B48-2AA8-4245-9615-13DF1B4A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脚注">
            <a:extLst xmlns:a="http://schemas.openxmlformats.org/drawingml/2006/main">
              <a:ext uri="{FF2B5EF4-FFF2-40B4-BE49-F238E27FC236}">
                <a16:creationId xmlns:a16="http://schemas.microsoft.com/office/drawing/2014/main" id="{36D0A44F-B05F-41AF-A02F-D23621FF175A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>
          <a:xfrm xmlns:a="http://schemas.openxmlformats.org/drawingml/2006/main">
            <a:off x="495300" y="6419850"/>
            <a:ext cx="1120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脚注</a:t>
            </a:r>
          </a:p>
        </p:txBody>
      </p:sp>
      <p:sp>
        <p:nvSpPr>
          <p:cNvPr id="5" name="全幅の表">
            <a:extLst xmlns:a="http://schemas.openxmlformats.org/drawingml/2006/main">
              <a:ext uri="{FF2B5EF4-FFF2-40B4-BE49-F238E27FC236}">
                <a16:creationId xmlns:a16="http://schemas.microsoft.com/office/drawing/2014/main" id="{2F0613BD-8CCA-4BE8-B7C0-1B1B2D40352C}"/>
              </a:ext>
            </a:extLst>
          </p:cNvPr>
          <p:cNvSpPr>
            <a:spLocks xmlns:a="http://schemas.openxmlformats.org/drawingml/2006/main" noGrp="1"/>
          </p:cNvSpPr>
          <p:nvPr>
            <p:ph type="tbl" idx="1"/>
          </p:nvPr>
        </p:nvSpPr>
        <p:spPr>
          <a:xfrm xmlns:a="http://schemas.openxmlformats.org/drawingml/2006/main">
            <a:off x="495300" y="1752600"/>
            <a:ext cx="1120140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全幅の表</a:t>
            </a:r>
          </a:p>
        </p:txBody>
      </p:sp>
      <p:sp>
        <p:nvSpPr>
          <p:cNvPr id="7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D960C886-9814-485D-A9F3-AB1B33CFF0AD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>
          <a:xfrm xmlns:a="http://schemas.openxmlformats.org/drawingml/2006/main">
            <a:off x="495300" y="5657850"/>
            <a:ext cx="11201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0" rIns="0" bIns="0" anchor="ctr">
            <a:noAutofit/>
          </a:bodyPr>
          <a:lstStyle xmlns:a="http://schemas.openxmlformats.org/drawingml/2006/main">
            <a:lvl1pPr>
              <a:defRPr sz="16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結論ラベル</a:t>
            </a:r>
          </a:p>
        </p:txBody>
      </p:sp>
      <p:sp>
        <p:nvSpPr>
          <p:cNvPr id="8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B503F108-DBA0-49C4-91F5-7213F21D1417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>
          <a:xfrm xmlns:a="http://schemas.openxmlformats.org/drawingml/2006/main">
            <a:off x="2647950" y="565785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結論本文</a:t>
            </a:r>
          </a:p>
        </p:txBody>
      </p:sp>
      <p:sp>
        <p:nvSpPr>
          <p:cNvPr id="9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18E8BBCF-0D64-475D-88EC-33594FB6B88E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preserve="1">
  <p:cSld name="04 比較・2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1D156A1A-F059-41D8-9F49-8B92B96FFD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300" y="7429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タイトル</a:t>
            </a:r>
          </a:p>
        </p:txBody>
      </p:sp>
      <p:sp>
        <p:nvSpPr>
          <p:cNvPr id="3" name="タイトル下のアクセント線">
            <a:extLst xmlns:a="http://schemas.openxmlformats.org/drawingml/2006/main">
              <a:ext uri="{FF2B5EF4-FFF2-40B4-BE49-F238E27FC236}">
                <a16:creationId xmlns:a16="http://schemas.microsoft.com/office/drawing/2014/main" id="{CB2C5788-8FFE-4105-A7AE-03001E3D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脚注">
            <a:extLst xmlns:a="http://schemas.openxmlformats.org/drawingml/2006/main">
              <a:ext uri="{FF2B5EF4-FFF2-40B4-BE49-F238E27FC236}">
                <a16:creationId xmlns:a16="http://schemas.microsoft.com/office/drawing/2014/main" id="{617A0BA8-C3A4-4BBF-93E1-154FAB352630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>
          <a:xfrm xmlns:a="http://schemas.openxmlformats.org/drawingml/2006/main">
            <a:off x="495300" y="6419850"/>
            <a:ext cx="1120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脚注</a:t>
            </a:r>
          </a:p>
        </p:txBody>
      </p:sp>
      <p:sp>
        <p:nvSpPr>
          <p:cNvPr id="5" name="左背景">
            <a:extLst xmlns:a="http://schemas.openxmlformats.org/drawingml/2006/main">
              <a:ext uri="{FF2B5EF4-FFF2-40B4-BE49-F238E27FC236}">
                <a16:creationId xmlns:a16="http://schemas.microsoft.com/office/drawing/2014/main" id="{734F3EBD-3894-47CA-816E-6B1DAF17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54292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左見出し">
            <a:extLst xmlns:a="http://schemas.openxmlformats.org/drawingml/2006/main">
              <a:ext uri="{FF2B5EF4-FFF2-40B4-BE49-F238E27FC236}">
                <a16:creationId xmlns:a16="http://schemas.microsoft.com/office/drawing/2014/main" id="{BE7875AF-E6B8-46F5-AAB0-18A1BA03D6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3900" y="200025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左見出し</a:t>
            </a:r>
          </a:p>
        </p:txBody>
      </p:sp>
      <p:sp>
        <p:nvSpPr>
          <p:cNvPr id="7" name="左本文">
            <a:extLst xmlns:a="http://schemas.openxmlformats.org/drawingml/2006/main">
              <a:ext uri="{FF2B5EF4-FFF2-40B4-BE49-F238E27FC236}">
                <a16:creationId xmlns:a16="http://schemas.microsoft.com/office/drawing/2014/main" id="{4DD524E7-C145-459D-819F-9E26526291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3900" y="2609850"/>
            <a:ext cx="4972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左本文</a:t>
            </a:r>
          </a:p>
        </p:txBody>
      </p:sp>
      <p:sp>
        <p:nvSpPr>
          <p:cNvPr id="8" name="右背景">
            <a:extLst xmlns:a="http://schemas.openxmlformats.org/drawingml/2006/main">
              <a:ext uri="{FF2B5EF4-FFF2-40B4-BE49-F238E27FC236}">
                <a16:creationId xmlns:a16="http://schemas.microsoft.com/office/drawing/2014/main" id="{6D2BDDD1-CC71-45D4-8B2D-C3CE3714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54292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右見出し">
            <a:extLst xmlns:a="http://schemas.openxmlformats.org/drawingml/2006/main">
              <a:ext uri="{FF2B5EF4-FFF2-40B4-BE49-F238E27FC236}">
                <a16:creationId xmlns:a16="http://schemas.microsoft.com/office/drawing/2014/main" id="{712D5E02-C6F2-430B-B9DF-FD95D91D5C7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496050" y="200025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右見出し</a:t>
            </a:r>
          </a:p>
        </p:txBody>
      </p:sp>
      <p:sp>
        <p:nvSpPr>
          <p:cNvPr id="10" name="右本文">
            <a:extLst xmlns:a="http://schemas.openxmlformats.org/drawingml/2006/main">
              <a:ext uri="{FF2B5EF4-FFF2-40B4-BE49-F238E27FC236}">
                <a16:creationId xmlns:a16="http://schemas.microsoft.com/office/drawing/2014/main" id="{1F21B488-E1F8-4C95-8263-2CC63872291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496050" y="2609850"/>
            <a:ext cx="4972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右本文</a:t>
            </a:r>
          </a:p>
        </p:txBody>
      </p:sp>
      <p:sp>
        <p:nvSpPr>
          <p:cNvPr id="12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FCAF6762-6CFD-4669-9CEF-A7A58D4E6F6E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>
          <a:xfrm xmlns:a="http://schemas.openxmlformats.org/drawingml/2006/main">
            <a:off x="495300" y="5657850"/>
            <a:ext cx="11201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0" rIns="0" bIns="0" anchor="ctr">
            <a:noAutofit/>
          </a:bodyPr>
          <a:lstStyle xmlns:a="http://schemas.openxmlformats.org/drawingml/2006/main">
            <a:lvl1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結論ラベル</a:t>
            </a:r>
          </a:p>
        </p:txBody>
      </p:sp>
      <p:sp>
        <p:nvSpPr>
          <p:cNvPr id="13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65535C91-8970-4D57-919F-218943C7B0EE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>
          <a:xfrm xmlns:a="http://schemas.openxmlformats.org/drawingml/2006/main">
            <a:off x="2647950" y="565785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結論本文</a:t>
            </a:r>
          </a:p>
        </p:txBody>
      </p:sp>
      <p:sp>
        <p:nvSpPr>
          <p:cNvPr id="14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41E3075E-D1C5-49CD-9810-84BDF2BF8D6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preserve="1">
  <p:cSld name="05 比較・3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827A75ED-A521-40C2-B090-1DA2A7DA54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300" y="7429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タイトル</a:t>
            </a:r>
          </a:p>
        </p:txBody>
      </p:sp>
      <p:sp>
        <p:nvSpPr>
          <p:cNvPr id="3" name="タイトル下のアクセント線">
            <a:extLst xmlns:a="http://schemas.openxmlformats.org/drawingml/2006/main">
              <a:ext uri="{FF2B5EF4-FFF2-40B4-BE49-F238E27FC236}">
                <a16:creationId xmlns:a16="http://schemas.microsoft.com/office/drawing/2014/main" id="{9CC2495A-2303-4567-86C9-7DDB77DD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脚注">
            <a:extLst xmlns:a="http://schemas.openxmlformats.org/drawingml/2006/main">
              <a:ext uri="{FF2B5EF4-FFF2-40B4-BE49-F238E27FC236}">
                <a16:creationId xmlns:a16="http://schemas.microsoft.com/office/drawing/2014/main" id="{F245AF53-54A2-4230-A22F-0026B6DC9167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>
          <a:xfrm xmlns:a="http://schemas.openxmlformats.org/drawingml/2006/main">
            <a:off x="495300" y="6419850"/>
            <a:ext cx="1120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脚注</a:t>
            </a:r>
          </a:p>
        </p:txBody>
      </p:sp>
      <p:sp>
        <p:nvSpPr>
          <p:cNvPr id="5" name="案1背景">
            <a:extLst xmlns:a="http://schemas.openxmlformats.org/drawingml/2006/main">
              <a:ext uri="{FF2B5EF4-FFF2-40B4-BE49-F238E27FC236}">
                <a16:creationId xmlns:a16="http://schemas.microsoft.com/office/drawing/2014/main" id="{ACD60630-B84D-41B0-93D4-1B82A853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35433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案1見出し">
            <a:extLst xmlns:a="http://schemas.openxmlformats.org/drawingml/2006/main">
              <a:ext uri="{FF2B5EF4-FFF2-40B4-BE49-F238E27FC236}">
                <a16:creationId xmlns:a16="http://schemas.microsoft.com/office/drawing/2014/main" id="{1C547595-4C5B-4717-9EF4-1048078D4B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3900" y="200025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案1見出し</a:t>
            </a:r>
          </a:p>
        </p:txBody>
      </p:sp>
      <p:sp>
        <p:nvSpPr>
          <p:cNvPr id="7" name="案1本文">
            <a:extLst xmlns:a="http://schemas.openxmlformats.org/drawingml/2006/main">
              <a:ext uri="{FF2B5EF4-FFF2-40B4-BE49-F238E27FC236}">
                <a16:creationId xmlns:a16="http://schemas.microsoft.com/office/drawing/2014/main" id="{6FEB528D-2F31-4803-B836-9941E9AD55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3900" y="2609850"/>
            <a:ext cx="30861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案1本文</a:t>
            </a:r>
          </a:p>
        </p:txBody>
      </p:sp>
      <p:sp>
        <p:nvSpPr>
          <p:cNvPr id="8" name="案2背景">
            <a:extLst xmlns:a="http://schemas.openxmlformats.org/drawingml/2006/main">
              <a:ext uri="{FF2B5EF4-FFF2-40B4-BE49-F238E27FC236}">
                <a16:creationId xmlns:a16="http://schemas.microsoft.com/office/drawing/2014/main" id="{4DC00D25-4338-4758-9E67-DE202D40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5433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案2見出し">
            <a:extLst xmlns:a="http://schemas.openxmlformats.org/drawingml/2006/main">
              <a:ext uri="{FF2B5EF4-FFF2-40B4-BE49-F238E27FC236}">
                <a16:creationId xmlns:a16="http://schemas.microsoft.com/office/drawing/2014/main" id="{85248E9E-798F-4A68-AC29-F7906EEEFA0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552950" y="200025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案2見出し</a:t>
            </a:r>
          </a:p>
        </p:txBody>
      </p:sp>
      <p:sp>
        <p:nvSpPr>
          <p:cNvPr id="10" name="案2本文">
            <a:extLst xmlns:a="http://schemas.openxmlformats.org/drawingml/2006/main">
              <a:ext uri="{FF2B5EF4-FFF2-40B4-BE49-F238E27FC236}">
                <a16:creationId xmlns:a16="http://schemas.microsoft.com/office/drawing/2014/main" id="{F879C4F9-63D0-4BD4-BC51-D8BDB346060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552950" y="2609850"/>
            <a:ext cx="30861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案2本文</a:t>
            </a:r>
          </a:p>
        </p:txBody>
      </p:sp>
      <p:sp>
        <p:nvSpPr>
          <p:cNvPr id="11" name="案3背景">
            <a:extLst xmlns:a="http://schemas.openxmlformats.org/drawingml/2006/main">
              <a:ext uri="{FF2B5EF4-FFF2-40B4-BE49-F238E27FC236}">
                <a16:creationId xmlns:a16="http://schemas.microsoft.com/office/drawing/2014/main" id="{6832FCD3-9E50-42D2-AFA4-033449BA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5433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案3見出し">
            <a:extLst xmlns:a="http://schemas.openxmlformats.org/drawingml/2006/main">
              <a:ext uri="{FF2B5EF4-FFF2-40B4-BE49-F238E27FC236}">
                <a16:creationId xmlns:a16="http://schemas.microsoft.com/office/drawing/2014/main" id="{C1D2044B-F9AB-4FAB-8738-F2028D65F90B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8382000" y="200025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75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75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案3見出し</a:t>
            </a:r>
          </a:p>
        </p:txBody>
      </p:sp>
      <p:sp>
        <p:nvSpPr>
          <p:cNvPr id="13" name="案3本文">
            <a:extLst xmlns:a="http://schemas.openxmlformats.org/drawingml/2006/main">
              <a:ext uri="{FF2B5EF4-FFF2-40B4-BE49-F238E27FC236}">
                <a16:creationId xmlns:a16="http://schemas.microsoft.com/office/drawing/2014/main" id="{6A5B8051-5F88-4DD0-9815-7980737FC49B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8382000" y="2609850"/>
            <a:ext cx="30861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案3本文</a:t>
            </a:r>
          </a:p>
        </p:txBody>
      </p:sp>
      <p:sp>
        <p:nvSpPr>
          <p:cNvPr id="15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B0CCF326-DD21-4C95-A388-CA45B98571AB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>
          <a:xfrm xmlns:a="http://schemas.openxmlformats.org/drawingml/2006/main">
            <a:off x="495300" y="5657850"/>
            <a:ext cx="11201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0" rIns="0" bIns="0" anchor="ctr">
            <a:noAutofit/>
          </a:bodyPr>
          <a:lstStyle xmlns:a="http://schemas.openxmlformats.org/drawingml/2006/main">
            <a:lvl1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結論ラベル</a:t>
            </a:r>
          </a:p>
        </p:txBody>
      </p:sp>
      <p:sp>
        <p:nvSpPr>
          <p:cNvPr id="16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9BF7F0C1-93EE-4E65-AD62-8803C9E2B64A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>
          <a:xfrm xmlns:a="http://schemas.openxmlformats.org/drawingml/2006/main">
            <a:off x="2647950" y="565785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結論本文</a:t>
            </a:r>
          </a:p>
        </p:txBody>
      </p:sp>
      <p:sp>
        <p:nvSpPr>
          <p:cNvPr id="17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3F080A53-9B22-44EF-BF91-5BD78CEB7F86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preserve="1">
  <p:cSld name="06 計画・4段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EF4A546B-B905-4472-B7C4-BD04BDE918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300" y="7429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タイトル</a:t>
            </a:r>
          </a:p>
        </p:txBody>
      </p:sp>
      <p:sp>
        <p:nvSpPr>
          <p:cNvPr id="3" name="タイトル下のアクセント線">
            <a:extLst xmlns:a="http://schemas.openxmlformats.org/drawingml/2006/main">
              <a:ext uri="{FF2B5EF4-FFF2-40B4-BE49-F238E27FC236}">
                <a16:creationId xmlns:a16="http://schemas.microsoft.com/office/drawing/2014/main" id="{1B8DC226-00EA-4E8A-B4FD-5609CFFA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脚注">
            <a:extLst xmlns:a="http://schemas.openxmlformats.org/drawingml/2006/main">
              <a:ext uri="{FF2B5EF4-FFF2-40B4-BE49-F238E27FC236}">
                <a16:creationId xmlns:a16="http://schemas.microsoft.com/office/drawing/2014/main" id="{2E6EC1B0-B1BD-4FFA-A2AD-5EACF8568F6E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>
          <a:xfrm xmlns:a="http://schemas.openxmlformats.org/drawingml/2006/main">
            <a:off x="495300" y="6419850"/>
            <a:ext cx="1120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脚注</a:t>
            </a:r>
          </a:p>
        </p:txBody>
      </p:sp>
      <p:sp>
        <p:nvSpPr>
          <p:cNvPr id="5" name="段階1背景">
            <a:extLst xmlns:a="http://schemas.openxmlformats.org/drawingml/2006/main">
              <a:ext uri="{FF2B5EF4-FFF2-40B4-BE49-F238E27FC236}">
                <a16:creationId xmlns:a16="http://schemas.microsoft.com/office/drawing/2014/main" id="{4B5A4967-89EB-4EF2-8F9D-9A1A3772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6289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段階1見出し">
            <a:extLst xmlns:a="http://schemas.openxmlformats.org/drawingml/2006/main">
              <a:ext uri="{FF2B5EF4-FFF2-40B4-BE49-F238E27FC236}">
                <a16:creationId xmlns:a16="http://schemas.microsoft.com/office/drawing/2014/main" id="{3C9EF93F-F4FB-4E5D-A7A4-98C702E351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3900" y="20002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段階1見出し</a:t>
            </a:r>
          </a:p>
        </p:txBody>
      </p:sp>
      <p:sp>
        <p:nvSpPr>
          <p:cNvPr id="7" name="段階1本文">
            <a:extLst xmlns:a="http://schemas.openxmlformats.org/drawingml/2006/main">
              <a:ext uri="{FF2B5EF4-FFF2-40B4-BE49-F238E27FC236}">
                <a16:creationId xmlns:a16="http://schemas.microsoft.com/office/drawing/2014/main" id="{ADB2E273-E029-4620-A509-C417F63AEF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3900" y="2609850"/>
            <a:ext cx="21717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段階1本文</a:t>
            </a:r>
          </a:p>
        </p:txBody>
      </p:sp>
      <p:sp>
        <p:nvSpPr>
          <p:cNvPr id="8" name="移行条件1">
            <a:extLst xmlns:a="http://schemas.openxmlformats.org/drawingml/2006/main">
              <a:ext uri="{FF2B5EF4-FFF2-40B4-BE49-F238E27FC236}">
                <a16:creationId xmlns:a16="http://schemas.microsoft.com/office/drawing/2014/main" id="{3814C865-AC47-4461-883F-ED4524EEF837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495300" y="4819650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3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3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3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移行条件1</a:t>
            </a:r>
          </a:p>
        </p:txBody>
      </p:sp>
      <p:sp>
        <p:nvSpPr>
          <p:cNvPr id="9" name="段階2背景">
            <a:extLst xmlns:a="http://schemas.openxmlformats.org/drawingml/2006/main">
              <a:ext uri="{FF2B5EF4-FFF2-40B4-BE49-F238E27FC236}">
                <a16:creationId xmlns:a16="http://schemas.microsoft.com/office/drawing/2014/main" id="{71EB226B-84FE-4D69-9C74-483F0D46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6289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段階2見出し">
            <a:extLst xmlns:a="http://schemas.openxmlformats.org/drawingml/2006/main">
              <a:ext uri="{FF2B5EF4-FFF2-40B4-BE49-F238E27FC236}">
                <a16:creationId xmlns:a16="http://schemas.microsoft.com/office/drawing/2014/main" id="{2C5F8F6B-20C5-4901-BC4E-44CA869CFE7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581400" y="20002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段階2見出し</a:t>
            </a:r>
          </a:p>
        </p:txBody>
      </p:sp>
      <p:sp>
        <p:nvSpPr>
          <p:cNvPr id="11" name="段階2本文">
            <a:extLst xmlns:a="http://schemas.openxmlformats.org/drawingml/2006/main">
              <a:ext uri="{FF2B5EF4-FFF2-40B4-BE49-F238E27FC236}">
                <a16:creationId xmlns:a16="http://schemas.microsoft.com/office/drawing/2014/main" id="{30E7311E-EFE0-46AB-A29B-20078606A1D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581400" y="2609850"/>
            <a:ext cx="21717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段階2本文</a:t>
            </a:r>
          </a:p>
        </p:txBody>
      </p:sp>
      <p:sp>
        <p:nvSpPr>
          <p:cNvPr id="12" name="移行条件2">
            <a:extLst xmlns:a="http://schemas.openxmlformats.org/drawingml/2006/main">
              <a:ext uri="{FF2B5EF4-FFF2-40B4-BE49-F238E27FC236}">
                <a16:creationId xmlns:a16="http://schemas.microsoft.com/office/drawing/2014/main" id="{33C643D5-A05E-43D8-AEA5-8A6D36284DC6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352800" y="4819650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3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3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3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移行条件2</a:t>
            </a:r>
          </a:p>
        </p:txBody>
      </p:sp>
      <p:sp>
        <p:nvSpPr>
          <p:cNvPr id="13" name="段階3背景">
            <a:extLst xmlns:a="http://schemas.openxmlformats.org/drawingml/2006/main">
              <a:ext uri="{FF2B5EF4-FFF2-40B4-BE49-F238E27FC236}">
                <a16:creationId xmlns:a16="http://schemas.microsoft.com/office/drawing/2014/main" id="{603BC02D-2D74-4EE5-8E4D-A8B43DF6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6289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段階3見出し">
            <a:extLst xmlns:a="http://schemas.openxmlformats.org/drawingml/2006/main">
              <a:ext uri="{FF2B5EF4-FFF2-40B4-BE49-F238E27FC236}">
                <a16:creationId xmlns:a16="http://schemas.microsoft.com/office/drawing/2014/main" id="{548AE5B9-34B9-4AB3-ABD0-181572F9AE26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438900" y="20002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段階3見出し</a:t>
            </a:r>
          </a:p>
        </p:txBody>
      </p:sp>
      <p:sp>
        <p:nvSpPr>
          <p:cNvPr id="15" name="段階3本文">
            <a:extLst xmlns:a="http://schemas.openxmlformats.org/drawingml/2006/main">
              <a:ext uri="{FF2B5EF4-FFF2-40B4-BE49-F238E27FC236}">
                <a16:creationId xmlns:a16="http://schemas.microsoft.com/office/drawing/2014/main" id="{FCDCAE98-6514-4C8D-BF51-483FD85B0AB6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438900" y="2609850"/>
            <a:ext cx="21717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段階3本文</a:t>
            </a:r>
          </a:p>
        </p:txBody>
      </p:sp>
      <p:sp>
        <p:nvSpPr>
          <p:cNvPr id="16" name="移行条件3">
            <a:extLst xmlns:a="http://schemas.openxmlformats.org/drawingml/2006/main">
              <a:ext uri="{FF2B5EF4-FFF2-40B4-BE49-F238E27FC236}">
                <a16:creationId xmlns:a16="http://schemas.microsoft.com/office/drawing/2014/main" id="{AEDDE34D-AE87-4B82-A083-DA34937F8CB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210300" y="4819650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3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3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3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移行条件3</a:t>
            </a:r>
          </a:p>
        </p:txBody>
      </p:sp>
      <p:sp>
        <p:nvSpPr>
          <p:cNvPr id="17" name="段階4背景">
            <a:extLst xmlns:a="http://schemas.openxmlformats.org/drawingml/2006/main">
              <a:ext uri="{FF2B5EF4-FFF2-40B4-BE49-F238E27FC236}">
                <a16:creationId xmlns:a16="http://schemas.microsoft.com/office/drawing/2014/main" id="{774EFCB7-A5B3-47D4-9398-24BDB764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09750"/>
            <a:ext cx="26289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段階4見出し">
            <a:extLst xmlns:a="http://schemas.openxmlformats.org/drawingml/2006/main">
              <a:ext uri="{FF2B5EF4-FFF2-40B4-BE49-F238E27FC236}">
                <a16:creationId xmlns:a16="http://schemas.microsoft.com/office/drawing/2014/main" id="{575BD2DF-1FCD-4DFA-88A5-C529EEB31345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9296400" y="20002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75" b="1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75" b="1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段階4見出し</a:t>
            </a:r>
          </a:p>
        </p:txBody>
      </p:sp>
      <p:sp>
        <p:nvSpPr>
          <p:cNvPr id="19" name="段階4本文">
            <a:extLst xmlns:a="http://schemas.openxmlformats.org/drawingml/2006/main">
              <a:ext uri="{FF2B5EF4-FFF2-40B4-BE49-F238E27FC236}">
                <a16:creationId xmlns:a16="http://schemas.microsoft.com/office/drawing/2014/main" id="{E8B58747-3803-4B17-A24A-ECA19903BA07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9296400" y="2609850"/>
            <a:ext cx="21717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段階4本文</a:t>
            </a:r>
          </a:p>
        </p:txBody>
      </p:sp>
      <p:sp>
        <p:nvSpPr>
          <p:cNvPr id="20" name="移行条件4">
            <a:extLst xmlns:a="http://schemas.openxmlformats.org/drawingml/2006/main">
              <a:ext uri="{FF2B5EF4-FFF2-40B4-BE49-F238E27FC236}">
                <a16:creationId xmlns:a16="http://schemas.microsoft.com/office/drawing/2014/main" id="{58816354-5137-46A1-9CC0-052BABF89F1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9067800" y="4819650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3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3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3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移行条件4</a:t>
            </a:r>
          </a:p>
        </p:txBody>
      </p:sp>
      <p:sp>
        <p:nvSpPr>
          <p:cNvPr id="22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520A9EB8-8D07-4C38-9C06-194230CA2171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>
          <a:xfrm xmlns:a="http://schemas.openxmlformats.org/drawingml/2006/main">
            <a:off x="495300" y="5657850"/>
            <a:ext cx="11201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0" rIns="0" bIns="0" anchor="ctr">
            <a:noAutofit/>
          </a:bodyPr>
          <a:lstStyle xmlns:a="http://schemas.openxmlformats.org/drawingml/2006/main">
            <a:lvl1pPr>
              <a:defRPr sz="16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結論ラベル</a:t>
            </a:r>
          </a:p>
        </p:txBody>
      </p:sp>
      <p:sp>
        <p:nvSpPr>
          <p:cNvPr id="23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E246494B-5CF6-498D-A9F1-81C9A014FA55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>
          <a:xfrm xmlns:a="http://schemas.openxmlformats.org/drawingml/2006/main">
            <a:off x="2647950" y="565785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結論本文</a:t>
            </a:r>
          </a:p>
        </p:txBody>
      </p:sp>
      <p:sp>
        <p:nvSpPr>
          <p:cNvPr id="24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74C5F5EB-678B-42FB-985F-919B95243711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1" preserve="1">
  <p:cSld name="07 分類・2軸4区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31B5B5EE-0DFF-4D64-B95F-7CA59C096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300" y="7429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タイトル</a:t>
            </a:r>
          </a:p>
        </p:txBody>
      </p:sp>
      <p:sp>
        <p:nvSpPr>
          <p:cNvPr id="3" name="タイトル下のアクセント線">
            <a:extLst xmlns:a="http://schemas.openxmlformats.org/drawingml/2006/main">
              <a:ext uri="{FF2B5EF4-FFF2-40B4-BE49-F238E27FC236}">
                <a16:creationId xmlns:a16="http://schemas.microsoft.com/office/drawing/2014/main" id="{5B21298E-5362-44C9-AB9E-6A4657F5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脚注">
            <a:extLst xmlns:a="http://schemas.openxmlformats.org/drawingml/2006/main">
              <a:ext uri="{FF2B5EF4-FFF2-40B4-BE49-F238E27FC236}">
                <a16:creationId xmlns:a16="http://schemas.microsoft.com/office/drawing/2014/main" id="{F00F1D32-13F5-40D4-A9ED-51E7B722A178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>
          <a:xfrm xmlns:a="http://schemas.openxmlformats.org/drawingml/2006/main">
            <a:off x="495300" y="6419850"/>
            <a:ext cx="1120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脚注</a:t>
            </a:r>
          </a:p>
        </p:txBody>
      </p:sp>
      <p:sp>
        <p:nvSpPr>
          <p:cNvPr id="5" name="分類表">
            <a:extLst xmlns:a="http://schemas.openxmlformats.org/drawingml/2006/main">
              <a:ext uri="{FF2B5EF4-FFF2-40B4-BE49-F238E27FC236}">
                <a16:creationId xmlns:a16="http://schemas.microsoft.com/office/drawing/2014/main" id="{1D34B8E7-AB1C-4938-85E0-AE21FB1F21FD}"/>
              </a:ext>
            </a:extLst>
          </p:cNvPr>
          <p:cNvSpPr>
            <a:spLocks xmlns:a="http://schemas.openxmlformats.org/drawingml/2006/main" noGrp="1"/>
          </p:cNvSpPr>
          <p:nvPr>
            <p:ph type="tbl" idx="1"/>
          </p:nvPr>
        </p:nvSpPr>
        <p:spPr>
          <a:xfrm xmlns:a="http://schemas.openxmlformats.org/drawingml/2006/main">
            <a:off x="495300" y="1752600"/>
            <a:ext cx="1120140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分類表</a:t>
            </a:r>
          </a:p>
        </p:txBody>
      </p:sp>
      <p:sp>
        <p:nvSpPr>
          <p:cNvPr id="7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A6057F4C-2C15-4442-AFC4-690B6C7DADF9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>
          <a:xfrm xmlns:a="http://schemas.openxmlformats.org/drawingml/2006/main">
            <a:off x="495300" y="5657850"/>
            <a:ext cx="11201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0" rIns="0" bIns="0" anchor="ctr">
            <a:noAutofit/>
          </a:bodyPr>
          <a:lstStyle xmlns:a="http://schemas.openxmlformats.org/drawingml/2006/main">
            <a:lvl1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結論ラベル</a:t>
            </a:r>
          </a:p>
        </p:txBody>
      </p:sp>
      <p:sp>
        <p:nvSpPr>
          <p:cNvPr id="8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B71952AF-AF9C-42BB-B667-BD0B065ABF5E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>
          <a:xfrm xmlns:a="http://schemas.openxmlformats.org/drawingml/2006/main">
            <a:off x="2647950" y="565785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結論本文</a:t>
            </a:r>
          </a:p>
        </p:txBody>
      </p:sp>
      <p:sp>
        <p:nvSpPr>
          <p:cNvPr id="9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6F71EC51-BC04-4AE6-812A-3CC27E34229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1" preserve="1">
  <p:cSld name="08 数値・集計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F6C66B5A-0BE2-40FF-8A9C-B39545DFC2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300" y="7429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タイトル</a:t>
            </a:r>
          </a:p>
        </p:txBody>
      </p:sp>
      <p:sp>
        <p:nvSpPr>
          <p:cNvPr id="3" name="タイトル下のアクセント線">
            <a:extLst xmlns:a="http://schemas.openxmlformats.org/drawingml/2006/main">
              <a:ext uri="{FF2B5EF4-FFF2-40B4-BE49-F238E27FC236}">
                <a16:creationId xmlns:a16="http://schemas.microsoft.com/office/drawing/2014/main" id="{EA2F1C0D-577A-4C25-8A06-BB301706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脚注">
            <a:extLst xmlns:a="http://schemas.openxmlformats.org/drawingml/2006/main">
              <a:ext uri="{FF2B5EF4-FFF2-40B4-BE49-F238E27FC236}">
                <a16:creationId xmlns:a16="http://schemas.microsoft.com/office/drawing/2014/main" id="{C9B42FAB-0AC5-4CF7-B41F-1AE331702184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>
          <a:xfrm xmlns:a="http://schemas.openxmlformats.org/drawingml/2006/main">
            <a:off x="495300" y="6419850"/>
            <a:ext cx="1120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脚注</a:t>
            </a:r>
          </a:p>
        </p:txBody>
      </p:sp>
      <p:sp>
        <p:nvSpPr>
          <p:cNvPr id="5" name="指標1背景">
            <a:extLst xmlns:a="http://schemas.openxmlformats.org/drawingml/2006/main">
              <a:ext uri="{FF2B5EF4-FFF2-40B4-BE49-F238E27FC236}">
                <a16:creationId xmlns:a16="http://schemas.microsoft.com/office/drawing/2014/main" id="{DAAC26BE-C22F-484D-BCC4-45E5D923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2628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指標1値">
            <a:extLst xmlns:a="http://schemas.openxmlformats.org/drawingml/2006/main">
              <a:ext uri="{FF2B5EF4-FFF2-40B4-BE49-F238E27FC236}">
                <a16:creationId xmlns:a16="http://schemas.microsoft.com/office/drawing/2014/main" id="{B87EACAD-5C0C-4D0A-A53B-1C8CFB427B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7907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defRPr sz="28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 algn="ctr">
              <a:defRPr sz="28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28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指標1値</a:t>
            </a:r>
          </a:p>
        </p:txBody>
      </p:sp>
      <p:sp>
        <p:nvSpPr>
          <p:cNvPr id="7" name="指標1名">
            <a:extLst xmlns:a="http://schemas.openxmlformats.org/drawingml/2006/main">
              <a:ext uri="{FF2B5EF4-FFF2-40B4-BE49-F238E27FC236}">
                <a16:creationId xmlns:a16="http://schemas.microsoft.com/office/drawing/2014/main" id="{FCB6908B-EF5E-4228-B24F-4ACF43DE7C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23622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 algn="ctr"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指標1名</a:t>
            </a:r>
          </a:p>
        </p:txBody>
      </p:sp>
      <p:sp>
        <p:nvSpPr>
          <p:cNvPr id="8" name="指標2背景">
            <a:extLst xmlns:a="http://schemas.openxmlformats.org/drawingml/2006/main">
              <a:ext uri="{FF2B5EF4-FFF2-40B4-BE49-F238E27FC236}">
                <a16:creationId xmlns:a16="http://schemas.microsoft.com/office/drawing/2014/main" id="{9D7E9CB5-2615-4012-B590-4BFC164E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95450"/>
            <a:ext cx="2628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指標2値">
            <a:extLst xmlns:a="http://schemas.openxmlformats.org/drawingml/2006/main">
              <a:ext uri="{FF2B5EF4-FFF2-40B4-BE49-F238E27FC236}">
                <a16:creationId xmlns:a16="http://schemas.microsoft.com/office/drawing/2014/main" id="{E162BAB1-A1CC-4B15-A8D3-DCC6FE7D981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543300" y="17907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defRPr sz="2850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 algn="ctr">
              <a:defRPr sz="2850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2850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指標2値</a:t>
            </a:r>
          </a:p>
        </p:txBody>
      </p:sp>
      <p:sp>
        <p:nvSpPr>
          <p:cNvPr id="10" name="指標2名">
            <a:extLst xmlns:a="http://schemas.openxmlformats.org/drawingml/2006/main">
              <a:ext uri="{FF2B5EF4-FFF2-40B4-BE49-F238E27FC236}">
                <a16:creationId xmlns:a16="http://schemas.microsoft.com/office/drawing/2014/main" id="{708D7B7D-7010-4F8A-A32A-F2E3C985EC3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543300" y="23622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 algn="ctr"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指標2名</a:t>
            </a:r>
          </a:p>
        </p:txBody>
      </p:sp>
      <p:sp>
        <p:nvSpPr>
          <p:cNvPr id="11" name="指標3背景">
            <a:extLst xmlns:a="http://schemas.openxmlformats.org/drawingml/2006/main">
              <a:ext uri="{FF2B5EF4-FFF2-40B4-BE49-F238E27FC236}">
                <a16:creationId xmlns:a16="http://schemas.microsoft.com/office/drawing/2014/main" id="{639A541C-598C-4690-A2A4-3E48A91E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2628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指標3値">
            <a:extLst xmlns:a="http://schemas.openxmlformats.org/drawingml/2006/main">
              <a:ext uri="{FF2B5EF4-FFF2-40B4-BE49-F238E27FC236}">
                <a16:creationId xmlns:a16="http://schemas.microsoft.com/office/drawing/2014/main" id="{9D653F7A-F9FB-465E-80D8-597006A6D147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400800" y="17907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defRPr sz="2850" b="1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 algn="ctr">
              <a:defRPr sz="2850" b="1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sz="2850" b="1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指標3値</a:t>
            </a:r>
          </a:p>
        </p:txBody>
      </p:sp>
      <p:sp>
        <p:nvSpPr>
          <p:cNvPr id="13" name="指標3名">
            <a:extLst xmlns:a="http://schemas.openxmlformats.org/drawingml/2006/main">
              <a:ext uri="{FF2B5EF4-FFF2-40B4-BE49-F238E27FC236}">
                <a16:creationId xmlns:a16="http://schemas.microsoft.com/office/drawing/2014/main" id="{7421F3D2-1720-431B-B08D-8A4E90A939D9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400800" y="23622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 algn="ctr"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指標3名</a:t>
            </a:r>
          </a:p>
        </p:txBody>
      </p:sp>
      <p:sp>
        <p:nvSpPr>
          <p:cNvPr id="14" name="指標4背景">
            <a:extLst xmlns:a="http://schemas.openxmlformats.org/drawingml/2006/main">
              <a:ext uri="{FF2B5EF4-FFF2-40B4-BE49-F238E27FC236}">
                <a16:creationId xmlns:a16="http://schemas.microsoft.com/office/drawing/2014/main" id="{BB657DBD-7958-4BD0-A650-9BF9C0D3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95450"/>
            <a:ext cx="2628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指標4値">
            <a:extLst xmlns:a="http://schemas.openxmlformats.org/drawingml/2006/main">
              <a:ext uri="{FF2B5EF4-FFF2-40B4-BE49-F238E27FC236}">
                <a16:creationId xmlns:a16="http://schemas.microsoft.com/office/drawing/2014/main" id="{2284FF48-5292-41B6-A55B-81008A05025F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9258300" y="17907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defRPr sz="28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 algn="ctr">
              <a:defRPr sz="28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28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指標4値</a:t>
            </a:r>
          </a:p>
        </p:txBody>
      </p:sp>
      <p:sp>
        <p:nvSpPr>
          <p:cNvPr id="16" name="指標4名">
            <a:extLst xmlns:a="http://schemas.openxmlformats.org/drawingml/2006/main">
              <a:ext uri="{FF2B5EF4-FFF2-40B4-BE49-F238E27FC236}">
                <a16:creationId xmlns:a16="http://schemas.microsoft.com/office/drawing/2014/main" id="{E3DD2783-E337-4894-9BF7-A004203DF8EA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9258300" y="23622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 algn="ctr"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指標4名</a:t>
            </a:r>
          </a:p>
        </p:txBody>
      </p:sp>
      <p:sp>
        <p:nvSpPr>
          <p:cNvPr id="17" name="集計表">
            <a:extLst xmlns:a="http://schemas.openxmlformats.org/drawingml/2006/main">
              <a:ext uri="{FF2B5EF4-FFF2-40B4-BE49-F238E27FC236}">
                <a16:creationId xmlns:a16="http://schemas.microsoft.com/office/drawing/2014/main" id="{2A6103BB-2E32-4A44-83B5-F2796DE27FAD}"/>
              </a:ext>
            </a:extLst>
          </p:cNvPr>
          <p:cNvSpPr>
            <a:spLocks xmlns:a="http://schemas.openxmlformats.org/drawingml/2006/main" noGrp="1"/>
          </p:cNvSpPr>
          <p:nvPr>
            <p:ph type="tbl" idx="20"/>
          </p:nvPr>
        </p:nvSpPr>
        <p:spPr>
          <a:xfrm xmlns:a="http://schemas.openxmlformats.org/drawingml/2006/main">
            <a:off x="495300" y="3028950"/>
            <a:ext cx="112014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集計表</a:t>
            </a:r>
          </a:p>
        </p:txBody>
      </p:sp>
      <p:sp>
        <p:nvSpPr>
          <p:cNvPr id="19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E8A2ACD3-AA1B-4B4D-AC9D-4BFB04DE3ECC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>
          <a:xfrm xmlns:a="http://schemas.openxmlformats.org/drawingml/2006/main">
            <a:off x="495300" y="5657850"/>
            <a:ext cx="11201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0" rIns="0" bIns="0" anchor="ctr">
            <a:noAutofit/>
          </a:bodyPr>
          <a:lstStyle xmlns:a="http://schemas.openxmlformats.org/drawingml/2006/main">
            <a:lvl1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結論ラベル</a:t>
            </a:r>
          </a:p>
        </p:txBody>
      </p:sp>
      <p:sp>
        <p:nvSpPr>
          <p:cNvPr id="20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8E4905B7-8A6B-45C7-876C-780DE637D330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>
          <a:xfrm xmlns:a="http://schemas.openxmlformats.org/drawingml/2006/main">
            <a:off x="2647950" y="565785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結論本文</a:t>
            </a:r>
          </a:p>
        </p:txBody>
      </p:sp>
      <p:sp>
        <p:nvSpPr>
          <p:cNvPr id="21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C9DAD2A1-54BE-483F-B592-315FB3A54818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1" preserve="1">
  <p:cSld name="09 数値・内訳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F7FBF3E4-299B-48FA-AD4D-91A8AA175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300" y="7429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タイトル</a:t>
            </a:r>
          </a:p>
        </p:txBody>
      </p:sp>
      <p:sp>
        <p:nvSpPr>
          <p:cNvPr id="3" name="タイトル下のアクセント線">
            <a:extLst xmlns:a="http://schemas.openxmlformats.org/drawingml/2006/main">
              <a:ext uri="{FF2B5EF4-FFF2-40B4-BE49-F238E27FC236}">
                <a16:creationId xmlns:a16="http://schemas.microsoft.com/office/drawing/2014/main" id="{F68266B1-FC17-497E-B400-2866030E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脚注">
            <a:extLst xmlns:a="http://schemas.openxmlformats.org/drawingml/2006/main">
              <a:ext uri="{FF2B5EF4-FFF2-40B4-BE49-F238E27FC236}">
                <a16:creationId xmlns:a16="http://schemas.microsoft.com/office/drawing/2014/main" id="{A3778521-8B37-4E42-98AF-6AAE6C1D3596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>
          <a:xfrm xmlns:a="http://schemas.openxmlformats.org/drawingml/2006/main">
            <a:off x="495300" y="6419850"/>
            <a:ext cx="1120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脚注</a:t>
            </a:r>
          </a:p>
        </p:txBody>
      </p:sp>
      <p:sp>
        <p:nvSpPr>
          <p:cNvPr id="5" name="内訳1名">
            <a:extLst xmlns:a="http://schemas.openxmlformats.org/drawingml/2006/main">
              <a:ext uri="{FF2B5EF4-FFF2-40B4-BE49-F238E27FC236}">
                <a16:creationId xmlns:a16="http://schemas.microsoft.com/office/drawing/2014/main" id="{1261A915-5046-43DD-9D21-658A547223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5300" y="18288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80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内訳1名</a:t>
            </a:r>
          </a:p>
        </p:txBody>
      </p:sp>
      <p:sp>
        <p:nvSpPr>
          <p:cNvPr id="6" name="内訳1値">
            <a:extLst xmlns:a="http://schemas.openxmlformats.org/drawingml/2006/main">
              <a:ext uri="{FF2B5EF4-FFF2-40B4-BE49-F238E27FC236}">
                <a16:creationId xmlns:a16="http://schemas.microsoft.com/office/drawing/2014/main" id="{E1F22CB6-8F52-42DA-ADC8-487415920F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5300" y="25146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36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36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360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内訳1値</a:t>
            </a:r>
          </a:p>
        </p:txBody>
      </p:sp>
      <p:sp>
        <p:nvSpPr>
          <p:cNvPr id="7" name="内訳1説明">
            <a:extLst xmlns:a="http://schemas.openxmlformats.org/drawingml/2006/main">
              <a:ext uri="{FF2B5EF4-FFF2-40B4-BE49-F238E27FC236}">
                <a16:creationId xmlns:a16="http://schemas.microsoft.com/office/drawing/2014/main" id="{94260B63-35A8-4760-8EF3-A0CC3160981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95300" y="33337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5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5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5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内訳1説明</a:t>
            </a:r>
          </a:p>
        </p:txBody>
      </p:sp>
      <p:sp>
        <p:nvSpPr>
          <p:cNvPr id="8" name="内訳1線">
            <a:extLst xmlns:a="http://schemas.openxmlformats.org/drawingml/2006/main">
              <a:ext uri="{FF2B5EF4-FFF2-40B4-BE49-F238E27FC236}">
                <a16:creationId xmlns:a16="http://schemas.microsoft.com/office/drawing/2014/main" id="{0FBC2712-4E03-475F-BB5E-D742F595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291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加算記号1">
            <a:extLst xmlns:a="http://schemas.openxmlformats.org/drawingml/2006/main">
              <a:ext uri="{FF2B5EF4-FFF2-40B4-BE49-F238E27FC236}">
                <a16:creationId xmlns:a16="http://schemas.microsoft.com/office/drawing/2014/main" id="{D69E8890-EBED-4D8B-975A-43AE5EA6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323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2400" b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+</a:t>
            </a:r>
          </a:p>
        </p:txBody>
      </p:sp>
      <p:sp>
        <p:nvSpPr>
          <p:cNvPr id="10" name="内訳2名">
            <a:extLst xmlns:a="http://schemas.openxmlformats.org/drawingml/2006/main">
              <a:ext uri="{FF2B5EF4-FFF2-40B4-BE49-F238E27FC236}">
                <a16:creationId xmlns:a16="http://schemas.microsoft.com/office/drawing/2014/main" id="{D9D9DCEB-BF66-4476-BD73-216CE3AA7EB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324350" y="18288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0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0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80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内訳2名</a:t>
            </a:r>
          </a:p>
        </p:txBody>
      </p:sp>
      <p:sp>
        <p:nvSpPr>
          <p:cNvPr id="11" name="内訳2値">
            <a:extLst xmlns:a="http://schemas.openxmlformats.org/drawingml/2006/main">
              <a:ext uri="{FF2B5EF4-FFF2-40B4-BE49-F238E27FC236}">
                <a16:creationId xmlns:a16="http://schemas.microsoft.com/office/drawing/2014/main" id="{2BCB12F8-755B-493B-8708-2B8194272912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24350" y="25146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360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360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360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内訳2値</a:t>
            </a:r>
          </a:p>
        </p:txBody>
      </p:sp>
      <p:sp>
        <p:nvSpPr>
          <p:cNvPr id="12" name="内訳2説明">
            <a:extLst xmlns:a="http://schemas.openxmlformats.org/drawingml/2006/main">
              <a:ext uri="{FF2B5EF4-FFF2-40B4-BE49-F238E27FC236}">
                <a16:creationId xmlns:a16="http://schemas.microsoft.com/office/drawing/2014/main" id="{117808F9-C367-4071-B554-1247CFDE68F7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4324350" y="33337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5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5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5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内訳2説明</a:t>
            </a:r>
          </a:p>
        </p:txBody>
      </p:sp>
      <p:sp>
        <p:nvSpPr>
          <p:cNvPr id="13" name="内訳2線">
            <a:extLst xmlns:a="http://schemas.openxmlformats.org/drawingml/2006/main">
              <a:ext uri="{FF2B5EF4-FFF2-40B4-BE49-F238E27FC236}">
                <a16:creationId xmlns:a16="http://schemas.microsoft.com/office/drawing/2014/main" id="{E3D68C49-221D-4B2C-90ED-1EB7D0F5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291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加算記号2">
            <a:extLst xmlns:a="http://schemas.openxmlformats.org/drawingml/2006/main">
              <a:ext uri="{FF2B5EF4-FFF2-40B4-BE49-F238E27FC236}">
                <a16:creationId xmlns:a16="http://schemas.microsoft.com/office/drawing/2014/main" id="{BADE124A-BA6F-4F9F-B4E4-2E7184F3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28900"/>
            <a:ext cx="323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2400" b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+</a:t>
            </a:r>
          </a:p>
        </p:txBody>
      </p:sp>
      <p:sp>
        <p:nvSpPr>
          <p:cNvPr id="15" name="内訳3名">
            <a:extLst xmlns:a="http://schemas.openxmlformats.org/drawingml/2006/main">
              <a:ext uri="{FF2B5EF4-FFF2-40B4-BE49-F238E27FC236}">
                <a16:creationId xmlns:a16="http://schemas.microsoft.com/office/drawing/2014/main" id="{AA5933C8-3CEB-4E85-84BF-65662070736E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153400" y="18288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00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00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1800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内訳3名</a:t>
            </a:r>
          </a:p>
        </p:txBody>
      </p:sp>
      <p:sp>
        <p:nvSpPr>
          <p:cNvPr id="16" name="内訳3値">
            <a:extLst xmlns:a="http://schemas.openxmlformats.org/drawingml/2006/main">
              <a:ext uri="{FF2B5EF4-FFF2-40B4-BE49-F238E27FC236}">
                <a16:creationId xmlns:a16="http://schemas.microsoft.com/office/drawing/2014/main" id="{6AE4958E-C16D-46E3-9021-A88D8E6D38EF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153400" y="25146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3600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3600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3600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内訳3値</a:t>
            </a:r>
          </a:p>
        </p:txBody>
      </p:sp>
      <p:sp>
        <p:nvSpPr>
          <p:cNvPr id="17" name="内訳3説明">
            <a:extLst xmlns:a="http://schemas.openxmlformats.org/drawingml/2006/main">
              <a:ext uri="{FF2B5EF4-FFF2-40B4-BE49-F238E27FC236}">
                <a16:creationId xmlns:a16="http://schemas.microsoft.com/office/drawing/2014/main" id="{EFCA5C78-6F1D-4A4C-A85C-AC28203EE6DC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153400" y="33337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5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5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5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内訳3説明</a:t>
            </a:r>
          </a:p>
        </p:txBody>
      </p:sp>
      <p:sp>
        <p:nvSpPr>
          <p:cNvPr id="18" name="内訳3線">
            <a:extLst xmlns:a="http://schemas.openxmlformats.org/drawingml/2006/main">
              <a:ext uri="{FF2B5EF4-FFF2-40B4-BE49-F238E27FC236}">
                <a16:creationId xmlns:a16="http://schemas.microsoft.com/office/drawing/2014/main" id="{F9126E2F-38CD-4827-B943-74B1E963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合計">
            <a:extLst xmlns:a="http://schemas.openxmlformats.org/drawingml/2006/main">
              <a:ext uri="{FF2B5EF4-FFF2-40B4-BE49-F238E27FC236}">
                <a16:creationId xmlns:a16="http://schemas.microsoft.com/office/drawing/2014/main" id="{8975BD39-7CC5-44C3-8512-97E753B13E65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143750" y="4686300"/>
            <a:ext cx="455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r">
              <a:defRPr sz="28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 algn="r">
              <a:defRPr sz="28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28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合計</a:t>
            </a:r>
          </a:p>
        </p:txBody>
      </p:sp>
      <p:sp>
        <p:nvSpPr>
          <p:cNvPr id="21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726F992E-79E1-4031-9969-1A4BCF697A8B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>
          <a:xfrm xmlns:a="http://schemas.openxmlformats.org/drawingml/2006/main">
            <a:off x="495300" y="5657850"/>
            <a:ext cx="11201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0" rIns="0" bIns="0" anchor="ctr">
            <a:noAutofit/>
          </a:bodyPr>
          <a:lstStyle xmlns:a="http://schemas.openxmlformats.org/drawingml/2006/main">
            <a:lvl1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結論ラベル</a:t>
            </a:r>
          </a:p>
        </p:txBody>
      </p:sp>
      <p:sp>
        <p:nvSpPr>
          <p:cNvPr id="22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3756C9A1-6D79-4DE1-9777-32799F5B8CC7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>
          <a:xfrm xmlns:a="http://schemas.openxmlformats.org/drawingml/2006/main">
            <a:off x="2647950" y="565785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結論本文</a:t>
            </a:r>
          </a:p>
        </p:txBody>
      </p:sp>
      <p:sp>
        <p:nvSpPr>
          <p:cNvPr id="23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127FCF76-6BAE-48C9-A954-4F857B996025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1" preserve="1">
  <p:cSld name="10 表・二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5E0B0BC9-5F44-4902-8CB8-C8DA27926D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300" y="7429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タイトル</a:t>
            </a:r>
          </a:p>
        </p:txBody>
      </p:sp>
      <p:sp>
        <p:nvSpPr>
          <p:cNvPr id="3" name="タイトル下のアクセント線">
            <a:extLst xmlns:a="http://schemas.openxmlformats.org/drawingml/2006/main">
              <a:ext uri="{FF2B5EF4-FFF2-40B4-BE49-F238E27FC236}">
                <a16:creationId xmlns:a16="http://schemas.microsoft.com/office/drawing/2014/main" id="{71B9DB8D-B980-4AAD-A3BB-24102B39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脚注">
            <a:extLst xmlns:a="http://schemas.openxmlformats.org/drawingml/2006/main">
              <a:ext uri="{FF2B5EF4-FFF2-40B4-BE49-F238E27FC236}">
                <a16:creationId xmlns:a16="http://schemas.microsoft.com/office/drawing/2014/main" id="{A70762DA-756E-4157-BB1A-FCE535D870D1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>
          <a:xfrm xmlns:a="http://schemas.openxmlformats.org/drawingml/2006/main">
            <a:off x="495300" y="6419850"/>
            <a:ext cx="1120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脚注</a:t>
            </a:r>
          </a:p>
        </p:txBody>
      </p:sp>
      <p:sp>
        <p:nvSpPr>
          <p:cNvPr id="5" name="上表見出し">
            <a:extLst xmlns:a="http://schemas.openxmlformats.org/drawingml/2006/main">
              <a:ext uri="{FF2B5EF4-FFF2-40B4-BE49-F238E27FC236}">
                <a16:creationId xmlns:a16="http://schemas.microsoft.com/office/drawing/2014/main" id="{4C444512-4D30-4592-8AC6-4C91D84517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5300" y="1638300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3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3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3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上表見出し</a:t>
            </a:r>
          </a:p>
        </p:txBody>
      </p:sp>
      <p:sp>
        <p:nvSpPr>
          <p:cNvPr id="6" name="上の表">
            <a:extLst xmlns:a="http://schemas.openxmlformats.org/drawingml/2006/main">
              <a:ext uri="{FF2B5EF4-FFF2-40B4-BE49-F238E27FC236}">
                <a16:creationId xmlns:a16="http://schemas.microsoft.com/office/drawing/2014/main" id="{5ED7B7B4-4311-4AB3-9D70-CAD42A9F898E}"/>
              </a:ext>
            </a:extLst>
          </p:cNvPr>
          <p:cNvSpPr>
            <a:spLocks xmlns:a="http://schemas.openxmlformats.org/drawingml/2006/main" noGrp="1"/>
          </p:cNvSpPr>
          <p:nvPr>
            <p:ph type="tbl" idx="2"/>
          </p:nvPr>
        </p:nvSpPr>
        <p:spPr>
          <a:xfrm xmlns:a="http://schemas.openxmlformats.org/drawingml/2006/main">
            <a:off x="495300" y="2038350"/>
            <a:ext cx="11201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上の表</a:t>
            </a:r>
          </a:p>
        </p:txBody>
      </p:sp>
      <p:sp>
        <p:nvSpPr>
          <p:cNvPr id="7" name="下表見出し">
            <a:extLst xmlns:a="http://schemas.openxmlformats.org/drawingml/2006/main">
              <a:ext uri="{FF2B5EF4-FFF2-40B4-BE49-F238E27FC236}">
                <a16:creationId xmlns:a16="http://schemas.microsoft.com/office/drawing/2014/main" id="{714C38C7-BBEC-4300-AC68-2B78B201B36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95300" y="4114800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3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3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3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下表見出し</a:t>
            </a:r>
          </a:p>
        </p:txBody>
      </p:sp>
      <p:sp>
        <p:nvSpPr>
          <p:cNvPr id="8" name="下の表">
            <a:extLst xmlns:a="http://schemas.openxmlformats.org/drawingml/2006/main">
              <a:ext uri="{FF2B5EF4-FFF2-40B4-BE49-F238E27FC236}">
                <a16:creationId xmlns:a16="http://schemas.microsoft.com/office/drawing/2014/main" id="{27AC58DE-18AF-42B0-AB54-C66CD459BF9C}"/>
              </a:ext>
            </a:extLst>
          </p:cNvPr>
          <p:cNvSpPr>
            <a:spLocks xmlns:a="http://schemas.openxmlformats.org/drawingml/2006/main" noGrp="1"/>
          </p:cNvSpPr>
          <p:nvPr>
            <p:ph type="tbl" idx="4"/>
          </p:nvPr>
        </p:nvSpPr>
        <p:spPr>
          <a:xfrm xmlns:a="http://schemas.openxmlformats.org/drawingml/2006/main">
            <a:off x="495300" y="4514850"/>
            <a:ext cx="11201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下の表</a:t>
            </a:r>
          </a:p>
        </p:txBody>
      </p:sp>
      <p:sp>
        <p:nvSpPr>
          <p:cNvPr id="10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D3BEA784-9CF0-4935-88E9-34369DE0D0CF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>
          <a:xfrm xmlns:a="http://schemas.openxmlformats.org/drawingml/2006/main">
            <a:off x="495300" y="5657850"/>
            <a:ext cx="11201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0" rIns="0" bIns="0" anchor="ctr">
            <a:noAutofit/>
          </a:bodyPr>
          <a:lstStyle xmlns:a="http://schemas.openxmlformats.org/drawingml/2006/main">
            <a:lvl1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結論ラベル</a:t>
            </a:r>
          </a:p>
        </p:txBody>
      </p:sp>
      <p:sp>
        <p:nvSpPr>
          <p:cNvPr id="11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92AA46EE-5F98-4B04-9693-08C1E2045C62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>
          <a:xfrm xmlns:a="http://schemas.openxmlformats.org/drawingml/2006/main">
            <a:off x="2647950" y="565785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結論本文</a:t>
            </a:r>
          </a:p>
        </p:txBody>
      </p:sp>
      <p:sp>
        <p:nvSpPr>
          <p:cNvPr id="12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565FADE5-B00F-4B3D-A028-52CD9047314D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1" preserve="1">
  <p:cSld name="11 工程表・5時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2F201E0E-49C5-46A0-9F4B-CE855D454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300" y="74295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タイトル</a:t>
            </a:r>
          </a:p>
        </p:txBody>
      </p:sp>
      <p:sp>
        <p:nvSpPr>
          <p:cNvPr id="3" name="タイトル下のアクセント線">
            <a:extLst xmlns:a="http://schemas.openxmlformats.org/drawingml/2006/main">
              <a:ext uri="{FF2B5EF4-FFF2-40B4-BE49-F238E27FC236}">
                <a16:creationId xmlns:a16="http://schemas.microsoft.com/office/drawing/2014/main" id="{042ADE3B-FC08-487D-B57C-DD89F303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脚注">
            <a:extLst xmlns:a="http://schemas.openxmlformats.org/drawingml/2006/main">
              <a:ext uri="{FF2B5EF4-FFF2-40B4-BE49-F238E27FC236}">
                <a16:creationId xmlns:a16="http://schemas.microsoft.com/office/drawing/2014/main" id="{D9A3BE28-36E7-4E01-901E-AA286AA498E1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>
          <a:xfrm xmlns:a="http://schemas.openxmlformats.org/drawingml/2006/main">
            <a:off x="495300" y="6419850"/>
            <a:ext cx="1120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脚注</a:t>
            </a:r>
          </a:p>
        </p:txBody>
      </p:sp>
      <p:sp>
        <p:nvSpPr>
          <p:cNvPr id="5" name="時点1">
            <a:extLst xmlns:a="http://schemas.openxmlformats.org/drawingml/2006/main">
              <a:ext uri="{FF2B5EF4-FFF2-40B4-BE49-F238E27FC236}">
                <a16:creationId xmlns:a16="http://schemas.microsoft.com/office/drawing/2014/main" id="{3400855D-C31B-44EE-A26A-DE5610257A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5300" y="18859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5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5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5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時点1</a:t>
            </a:r>
          </a:p>
        </p:txBody>
      </p:sp>
      <p:sp>
        <p:nvSpPr>
          <p:cNvPr id="6" name="工程線1">
            <a:extLst xmlns:a="http://schemas.openxmlformats.org/drawingml/2006/main">
              <a:ext uri="{FF2B5EF4-FFF2-40B4-BE49-F238E27FC236}">
                <a16:creationId xmlns:a16="http://schemas.microsoft.com/office/drawing/2014/main" id="{53637420-4E4F-4A40-AC28-B4CD15BD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工程1">
            <a:extLst xmlns:a="http://schemas.openxmlformats.org/drawingml/2006/main">
              <a:ext uri="{FF2B5EF4-FFF2-40B4-BE49-F238E27FC236}">
                <a16:creationId xmlns:a16="http://schemas.microsoft.com/office/drawing/2014/main" id="{DC6B6E3E-246C-4588-B6DB-0A04ABE0B2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5300" y="260985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工程1</a:t>
            </a:r>
          </a:p>
        </p:txBody>
      </p:sp>
      <p:sp>
        <p:nvSpPr>
          <p:cNvPr id="8" name="工程説明1">
            <a:extLst xmlns:a="http://schemas.openxmlformats.org/drawingml/2006/main">
              <a:ext uri="{FF2B5EF4-FFF2-40B4-BE49-F238E27FC236}">
                <a16:creationId xmlns:a16="http://schemas.microsoft.com/office/drawing/2014/main" id="{395636DC-200E-4631-8EFA-B65359ADA54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95300" y="3390900"/>
            <a:ext cx="2057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工程説明1</a:t>
            </a:r>
          </a:p>
        </p:txBody>
      </p:sp>
      <p:sp>
        <p:nvSpPr>
          <p:cNvPr id="9" name="時点2">
            <a:extLst xmlns:a="http://schemas.openxmlformats.org/drawingml/2006/main">
              <a:ext uri="{FF2B5EF4-FFF2-40B4-BE49-F238E27FC236}">
                <a16:creationId xmlns:a16="http://schemas.microsoft.com/office/drawing/2014/main" id="{C7EFED51-D5E5-4975-B31C-BC314832B6E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2781300" y="18859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5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5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5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時点2</a:t>
            </a:r>
          </a:p>
        </p:txBody>
      </p:sp>
      <p:sp>
        <p:nvSpPr>
          <p:cNvPr id="10" name="工程線2">
            <a:extLst xmlns:a="http://schemas.openxmlformats.org/drawingml/2006/main">
              <a:ext uri="{FF2B5EF4-FFF2-40B4-BE49-F238E27FC236}">
                <a16:creationId xmlns:a16="http://schemas.microsoft.com/office/drawing/2014/main" id="{7B15E212-FD64-4967-85B1-55063E04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4315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工程2">
            <a:extLst xmlns:a="http://schemas.openxmlformats.org/drawingml/2006/main">
              <a:ext uri="{FF2B5EF4-FFF2-40B4-BE49-F238E27FC236}">
                <a16:creationId xmlns:a16="http://schemas.microsoft.com/office/drawing/2014/main" id="{DF6C8226-9959-478A-AF98-8B98529FF4D2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2781300" y="260985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工程2</a:t>
            </a:r>
          </a:p>
        </p:txBody>
      </p:sp>
      <p:sp>
        <p:nvSpPr>
          <p:cNvPr id="12" name="工程説明2">
            <a:extLst xmlns:a="http://schemas.openxmlformats.org/drawingml/2006/main">
              <a:ext uri="{FF2B5EF4-FFF2-40B4-BE49-F238E27FC236}">
                <a16:creationId xmlns:a16="http://schemas.microsoft.com/office/drawing/2014/main" id="{80FABE9B-57A1-4E71-B465-47A1FDDD3B5A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781300" y="3390900"/>
            <a:ext cx="2057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工程説明2</a:t>
            </a:r>
          </a:p>
        </p:txBody>
      </p:sp>
      <p:sp>
        <p:nvSpPr>
          <p:cNvPr id="13" name="時点3">
            <a:extLst xmlns:a="http://schemas.openxmlformats.org/drawingml/2006/main">
              <a:ext uri="{FF2B5EF4-FFF2-40B4-BE49-F238E27FC236}">
                <a16:creationId xmlns:a16="http://schemas.microsoft.com/office/drawing/2014/main" id="{68436939-C84D-4B80-83AE-6F87DF0B942A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5067300" y="18859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5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5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5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時点3</a:t>
            </a:r>
          </a:p>
        </p:txBody>
      </p:sp>
      <p:sp>
        <p:nvSpPr>
          <p:cNvPr id="14" name="工程線3">
            <a:extLst xmlns:a="http://schemas.openxmlformats.org/drawingml/2006/main">
              <a:ext uri="{FF2B5EF4-FFF2-40B4-BE49-F238E27FC236}">
                <a16:creationId xmlns:a16="http://schemas.microsoft.com/office/drawing/2014/main" id="{A48BBCA3-CFBD-4A3C-BAA3-DB7F88F7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工程3">
            <a:extLst xmlns:a="http://schemas.openxmlformats.org/drawingml/2006/main">
              <a:ext uri="{FF2B5EF4-FFF2-40B4-BE49-F238E27FC236}">
                <a16:creationId xmlns:a16="http://schemas.microsoft.com/office/drawing/2014/main" id="{6B437E41-ABB7-44CC-B46F-143AB297C43A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5067300" y="260985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工程3</a:t>
            </a:r>
          </a:p>
        </p:txBody>
      </p:sp>
      <p:sp>
        <p:nvSpPr>
          <p:cNvPr id="16" name="工程説明3">
            <a:extLst xmlns:a="http://schemas.openxmlformats.org/drawingml/2006/main">
              <a:ext uri="{FF2B5EF4-FFF2-40B4-BE49-F238E27FC236}">
                <a16:creationId xmlns:a16="http://schemas.microsoft.com/office/drawing/2014/main" id="{3E98F2D0-4602-4B17-8E6C-876712CC7FF9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5067300" y="3390900"/>
            <a:ext cx="2057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工程説明3</a:t>
            </a:r>
          </a:p>
        </p:txBody>
      </p:sp>
      <p:sp>
        <p:nvSpPr>
          <p:cNvPr id="17" name="時点4">
            <a:extLst xmlns:a="http://schemas.openxmlformats.org/drawingml/2006/main">
              <a:ext uri="{FF2B5EF4-FFF2-40B4-BE49-F238E27FC236}">
                <a16:creationId xmlns:a16="http://schemas.microsoft.com/office/drawing/2014/main" id="{7DCF0F06-7E8B-4182-8C63-9E47CD1AC1C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353300" y="18859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5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5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1575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時点4</a:t>
            </a:r>
          </a:p>
        </p:txBody>
      </p:sp>
      <p:sp>
        <p:nvSpPr>
          <p:cNvPr id="18" name="工程線4">
            <a:extLst xmlns:a="http://schemas.openxmlformats.org/drawingml/2006/main">
              <a:ext uri="{FF2B5EF4-FFF2-40B4-BE49-F238E27FC236}">
                <a16:creationId xmlns:a16="http://schemas.microsoft.com/office/drawing/2014/main" id="{8194BA1A-EC94-46B2-A770-3AF46051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4315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工程4">
            <a:extLst xmlns:a="http://schemas.openxmlformats.org/drawingml/2006/main">
              <a:ext uri="{FF2B5EF4-FFF2-40B4-BE49-F238E27FC236}">
                <a16:creationId xmlns:a16="http://schemas.microsoft.com/office/drawing/2014/main" id="{BF078956-892E-4F80-AC56-6F5F279776C0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7353300" y="260985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工程4</a:t>
            </a:r>
          </a:p>
        </p:txBody>
      </p:sp>
      <p:sp>
        <p:nvSpPr>
          <p:cNvPr id="20" name="工程説明4">
            <a:extLst xmlns:a="http://schemas.openxmlformats.org/drawingml/2006/main">
              <a:ext uri="{FF2B5EF4-FFF2-40B4-BE49-F238E27FC236}">
                <a16:creationId xmlns:a16="http://schemas.microsoft.com/office/drawing/2014/main" id="{236549B8-0AFD-41B0-918C-219D1A1413DF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7353300" y="3390900"/>
            <a:ext cx="2057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工程説明4</a:t>
            </a:r>
          </a:p>
        </p:txBody>
      </p:sp>
      <p:sp>
        <p:nvSpPr>
          <p:cNvPr id="21" name="時点5">
            <a:extLst xmlns:a="http://schemas.openxmlformats.org/drawingml/2006/main">
              <a:ext uri="{FF2B5EF4-FFF2-40B4-BE49-F238E27FC236}">
                <a16:creationId xmlns:a16="http://schemas.microsoft.com/office/drawing/2014/main" id="{063F2466-FD3C-4343-86B3-858F9298808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639300" y="18859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5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5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1575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時点5</a:t>
            </a:r>
          </a:p>
        </p:txBody>
      </p:sp>
      <p:sp>
        <p:nvSpPr>
          <p:cNvPr id="22" name="工程線5">
            <a:extLst xmlns:a="http://schemas.openxmlformats.org/drawingml/2006/main">
              <a:ext uri="{FF2B5EF4-FFF2-40B4-BE49-F238E27FC236}">
                <a16:creationId xmlns:a16="http://schemas.microsoft.com/office/drawing/2014/main" id="{47C874DB-5320-4790-81AA-2AD4F2CA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4315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工程5">
            <a:extLst xmlns:a="http://schemas.openxmlformats.org/drawingml/2006/main">
              <a:ext uri="{FF2B5EF4-FFF2-40B4-BE49-F238E27FC236}">
                <a16:creationId xmlns:a16="http://schemas.microsoft.com/office/drawing/2014/main" id="{7EDEF587-BD9A-4350-A683-8B3A7A17953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639300" y="260985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工程5</a:t>
            </a:r>
          </a:p>
        </p:txBody>
      </p:sp>
      <p:sp>
        <p:nvSpPr>
          <p:cNvPr id="24" name="工程説明5">
            <a:extLst xmlns:a="http://schemas.openxmlformats.org/drawingml/2006/main">
              <a:ext uri="{FF2B5EF4-FFF2-40B4-BE49-F238E27FC236}">
                <a16:creationId xmlns:a16="http://schemas.microsoft.com/office/drawing/2014/main" id="{CC272E57-51BA-4F46-991C-BFDBC5DFFA24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9639300" y="3390900"/>
            <a:ext cx="2057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工程説明5</a:t>
            </a:r>
          </a:p>
        </p:txBody>
      </p:sp>
      <p:sp>
        <p:nvSpPr>
          <p:cNvPr id="25" name="工程下区切り">
            <a:extLst xmlns:a="http://schemas.openxmlformats.org/drawingml/2006/main">
              <a:ext uri="{FF2B5EF4-FFF2-40B4-BE49-F238E27FC236}">
                <a16:creationId xmlns:a16="http://schemas.microsoft.com/office/drawing/2014/main" id="{EF3066C3-91DF-4065-BD50-C0DD1BD9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1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意思決定">
            <a:extLst xmlns:a="http://schemas.openxmlformats.org/drawingml/2006/main">
              <a:ext uri="{FF2B5EF4-FFF2-40B4-BE49-F238E27FC236}">
                <a16:creationId xmlns:a16="http://schemas.microsoft.com/office/drawing/2014/main" id="{B09164B3-D043-4BB0-80B4-3789A0E83471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495300" y="483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575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575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575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意思決定</a:t>
            </a:r>
          </a:p>
        </p:txBody>
      </p:sp>
      <p:sp>
        <p:nvSpPr>
          <p:cNvPr id="28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4F1274DF-089C-4439-909B-C4CEEABD1EE5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>
          <a:xfrm xmlns:a="http://schemas.openxmlformats.org/drawingml/2006/main">
            <a:off x="495300" y="5657850"/>
            <a:ext cx="11201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0" rIns="0" bIns="0" anchor="ctr">
            <a:noAutofit/>
          </a:bodyPr>
          <a:lstStyle xmlns:a="http://schemas.openxmlformats.org/drawingml/2006/main">
            <a:lvl1pPr>
              <a:defRPr sz="1650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lt1"/>
                </a:solidFill>
                <a:latin typeface="+mn-lt"/>
                <a:ea typeface="+mn-ea"/>
                <a:cs typeface="+mn-cs"/>
              </a:rPr>
              <a:t>結論ラベル</a:t>
            </a:r>
          </a:p>
        </p:txBody>
      </p:sp>
      <p:sp>
        <p:nvSpPr>
          <p:cNvPr id="29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97670DA1-05F7-48A3-8507-09185555D4B4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>
          <a:xfrm xmlns:a="http://schemas.openxmlformats.org/drawingml/2006/main">
            <a:off x="2647950" y="565785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>
              <a:defRPr sz="1425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lt1"/>
                </a:solidFill>
                <a:latin typeface="+mn-lt"/>
                <a:ea typeface="+mn-ea"/>
                <a:cs typeface="+mn-cs"/>
              </a:rPr>
              <a:t>結論本文</a:t>
            </a:r>
          </a:p>
        </p:txBody>
      </p:sp>
      <p:sp>
        <p:nvSpPr>
          <p:cNvPr id="30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FB5B0944-2598-45C3-8C9A-A36535FA7435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1" preserve="1">
  <p:cSld name="12 長いタイトル・2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7C824E31-7078-4693-B9D2-5278AD20E0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300" y="742950"/>
            <a:ext cx="11201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タイトル</a:t>
            </a:r>
          </a:p>
        </p:txBody>
      </p:sp>
      <p:sp>
        <p:nvSpPr>
          <p:cNvPr id="3" name="タイトル下のアクセント線">
            <a:extLst xmlns:a="http://schemas.openxmlformats.org/drawingml/2006/main">
              <a:ext uri="{FF2B5EF4-FFF2-40B4-BE49-F238E27FC236}">
                <a16:creationId xmlns:a16="http://schemas.microsoft.com/office/drawing/2014/main" id="{0A551E47-8432-4F21-B690-BDED13FA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脚注">
            <a:extLst xmlns:a="http://schemas.openxmlformats.org/drawingml/2006/main">
              <a:ext uri="{FF2B5EF4-FFF2-40B4-BE49-F238E27FC236}">
                <a16:creationId xmlns:a16="http://schemas.microsoft.com/office/drawing/2014/main" id="{203674A9-97C9-4CD8-8E83-F68F9C4E0BA5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>
          <a:xfrm xmlns:a="http://schemas.openxmlformats.org/drawingml/2006/main">
            <a:off x="495300" y="6419850"/>
            <a:ext cx="1120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脚注</a:t>
            </a:r>
          </a:p>
        </p:txBody>
      </p:sp>
      <p:sp>
        <p:nvSpPr>
          <p:cNvPr id="5" name="左背景">
            <a:extLst xmlns:a="http://schemas.openxmlformats.org/drawingml/2006/main">
              <a:ext uri="{FF2B5EF4-FFF2-40B4-BE49-F238E27FC236}">
                <a16:creationId xmlns:a16="http://schemas.microsoft.com/office/drawing/2014/main" id="{ACB65BD2-A6F4-4BF9-B236-7268CE5E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5429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左見出し">
            <a:extLst xmlns:a="http://schemas.openxmlformats.org/drawingml/2006/main">
              <a:ext uri="{FF2B5EF4-FFF2-40B4-BE49-F238E27FC236}">
                <a16:creationId xmlns:a16="http://schemas.microsoft.com/office/drawing/2014/main" id="{19DF595D-CF91-4A45-812C-A778AD6D09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3900" y="226695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左見出し</a:t>
            </a:r>
          </a:p>
        </p:txBody>
      </p:sp>
      <p:sp>
        <p:nvSpPr>
          <p:cNvPr id="7" name="左本文">
            <a:extLst xmlns:a="http://schemas.openxmlformats.org/drawingml/2006/main">
              <a:ext uri="{FF2B5EF4-FFF2-40B4-BE49-F238E27FC236}">
                <a16:creationId xmlns:a16="http://schemas.microsoft.com/office/drawing/2014/main" id="{2F61DFB4-1AFA-4865-A22C-211DD1585D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3900" y="2876550"/>
            <a:ext cx="4972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左本文</a:t>
            </a:r>
          </a:p>
        </p:txBody>
      </p:sp>
      <p:sp>
        <p:nvSpPr>
          <p:cNvPr id="8" name="右背景">
            <a:extLst xmlns:a="http://schemas.openxmlformats.org/drawingml/2006/main">
              <a:ext uri="{FF2B5EF4-FFF2-40B4-BE49-F238E27FC236}">
                <a16:creationId xmlns:a16="http://schemas.microsoft.com/office/drawing/2014/main" id="{FF18E696-8819-4C16-98A0-E317A86C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5429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右見出し">
            <a:extLst xmlns:a="http://schemas.openxmlformats.org/drawingml/2006/main">
              <a:ext uri="{FF2B5EF4-FFF2-40B4-BE49-F238E27FC236}">
                <a16:creationId xmlns:a16="http://schemas.microsoft.com/office/drawing/2014/main" id="{1B956957-E795-4069-8124-761A2347BC1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496050" y="226695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右見出し</a:t>
            </a:r>
          </a:p>
        </p:txBody>
      </p:sp>
      <p:sp>
        <p:nvSpPr>
          <p:cNvPr id="10" name="右本文">
            <a:extLst xmlns:a="http://schemas.openxmlformats.org/drawingml/2006/main">
              <a:ext uri="{FF2B5EF4-FFF2-40B4-BE49-F238E27FC236}">
                <a16:creationId xmlns:a16="http://schemas.microsoft.com/office/drawing/2014/main" id="{5A7224D5-0D09-47EE-A3B9-33C36929607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496050" y="2876550"/>
            <a:ext cx="4972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右本文</a:t>
            </a:r>
          </a:p>
        </p:txBody>
      </p:sp>
      <p:sp>
        <p:nvSpPr>
          <p:cNvPr id="12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3E6F8315-B092-4D59-8DEC-6F02528196E6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>
          <a:xfrm xmlns:a="http://schemas.openxmlformats.org/drawingml/2006/main">
            <a:off x="495300" y="5657850"/>
            <a:ext cx="11201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0" rIns="0" bIns="0" anchor="ctr">
            <a:noAutofit/>
          </a:bodyPr>
          <a:lstStyle xmlns:a="http://schemas.openxmlformats.org/drawingml/2006/main">
            <a:lvl1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結論ラベル</a:t>
            </a:r>
          </a:p>
        </p:txBody>
      </p:sp>
      <p:sp>
        <p:nvSpPr>
          <p:cNvPr id="13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A604CD84-8454-4E33-923E-7A110A5C5572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>
          <a:xfrm xmlns:a="http://schemas.openxmlformats.org/drawingml/2006/main">
            <a:off x="2647950" y="5657850"/>
            <a:ext cx="882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結論本文</a:t>
            </a:r>
          </a:p>
        </p:txBody>
      </p:sp>
      <p:sp>
        <p:nvSpPr>
          <p:cNvPr id="14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CBC1A83F-BEF0-432B-A190-CC87D1A69A0C}" type="slidenum">
              <a:t>‹#›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938dbc4c60634c42"/><Relationship Type="http://schemas.openxmlformats.org/officeDocument/2006/relationships/slideLayout" Target="/ppt/slideLayouts/slideLayout1.xml" Id="Rddfb222bb13e4e68"/><Relationship Type="http://schemas.openxmlformats.org/officeDocument/2006/relationships/slideLayout" Target="/ppt/slideLayouts/slideLayout2.xml" Id="R078fc29bb91042e3"/><Relationship Type="http://schemas.openxmlformats.org/officeDocument/2006/relationships/slideLayout" Target="/ppt/slideLayouts/slideLayout3.xml" Id="R1c56d50745774299"/><Relationship Type="http://schemas.openxmlformats.org/officeDocument/2006/relationships/slideLayout" Target="/ppt/slideLayouts/slideLayout4.xml" Id="R5974747699b54359"/><Relationship Type="http://schemas.openxmlformats.org/officeDocument/2006/relationships/slideLayout" Target="/ppt/slideLayouts/slideLayout5.xml" Id="R2df187ea5b174bbe"/><Relationship Type="http://schemas.openxmlformats.org/officeDocument/2006/relationships/slideLayout" Target="/ppt/slideLayouts/slideLayout6.xml" Id="R0f3ebad7a7ac47c3"/><Relationship Type="http://schemas.openxmlformats.org/officeDocument/2006/relationships/slideLayout" Target="/ppt/slideLayouts/slideLayout7.xml" Id="R43e328be68534dad"/><Relationship Type="http://schemas.openxmlformats.org/officeDocument/2006/relationships/slideLayout" Target="/ppt/slideLayouts/slideLayout8.xml" Id="R4ca4c7d444214379"/><Relationship Type="http://schemas.openxmlformats.org/officeDocument/2006/relationships/slideLayout" Target="/ppt/slideLayouts/slideLayout9.xml" Id="Rd4020cea11934311"/><Relationship Type="http://schemas.openxmlformats.org/officeDocument/2006/relationships/slideLayout" Target="/ppt/slideLayouts/slideLayout10.xml" Id="R1fe464a5f35b44fd"/><Relationship Type="http://schemas.openxmlformats.org/officeDocument/2006/relationships/slideLayout" Target="/ppt/slideLayouts/slideLayout11.xml" Id="Rcef6b3d9c26746bc"/><Relationship Type="http://schemas.openxmlformats.org/officeDocument/2006/relationships/slideLayout" Target="/ppt/slideLayouts/slideLayout12.xml" Id="R5289bd04315f4f41"/></Relationships>
</file>

<file path=ppt/slideMasters/slideMaster1.xml><?xml version="1.0" encoding="utf-8"?>
<p:sldMaster xmlns:p="http://schemas.openxmlformats.org/presentationml/2006/main">
  <p:cSld name="MCLab 共通マスター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共通ヘッダー_ここに入力すると全ページへ反映">
            <a:extLst xmlns:a="http://schemas.openxmlformats.org/drawingml/2006/main">
              <a:ext uri="{FF2B5EF4-FFF2-40B4-BE49-F238E27FC236}">
                <a16:creationId xmlns:a16="http://schemas.microsoft.com/office/drawing/2014/main" id="{5088EF47-FD38-4A05-9FA4-8FBD56A4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​</a:t>
            </a:r>
          </a:p>
        </p:txBody>
      </p:sp>
      <p:sp>
        <p:nvSpPr>
          <p:cNvPr id="3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F8D8802F-6E9C-440B-8368-F9C3538B364C}" type="slidenum"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fb222bb13e4e68"/>
    <p:sldLayoutId xmlns:r="http://schemas.openxmlformats.org/officeDocument/2006/relationships" id="2147483650" r:id="R078fc29bb91042e3"/>
    <p:sldLayoutId xmlns:r="http://schemas.openxmlformats.org/officeDocument/2006/relationships" id="2147483651" r:id="R1c56d50745774299"/>
    <p:sldLayoutId xmlns:r="http://schemas.openxmlformats.org/officeDocument/2006/relationships" id="2147483652" r:id="R5974747699b54359"/>
    <p:sldLayoutId xmlns:r="http://schemas.openxmlformats.org/officeDocument/2006/relationships" id="2147483653" r:id="R2df187ea5b174bbe"/>
    <p:sldLayoutId xmlns:r="http://schemas.openxmlformats.org/officeDocument/2006/relationships" id="2147483654" r:id="R0f3ebad7a7ac47c3"/>
    <p:sldLayoutId xmlns:r="http://schemas.openxmlformats.org/officeDocument/2006/relationships" id="2147483655" r:id="R43e328be68534dad"/>
    <p:sldLayoutId xmlns:r="http://schemas.openxmlformats.org/officeDocument/2006/relationships" id="2147483656" r:id="R4ca4c7d444214379"/>
    <p:sldLayoutId xmlns:r="http://schemas.openxmlformats.org/officeDocument/2006/relationships" id="2147483657" r:id="Rd4020cea11934311"/>
    <p:sldLayoutId xmlns:r="http://schemas.openxmlformats.org/officeDocument/2006/relationships" id="2147483658" r:id="R1fe464a5f35b44fd"/>
    <p:sldLayoutId xmlns:r="http://schemas.openxmlformats.org/officeDocument/2006/relationships" id="2147483659" r:id="Rcef6b3d9c26746bc"/>
    <p:sldLayoutId xmlns:r="http://schemas.openxmlformats.org/officeDocument/2006/relationships" id="2147483660" r:id="R5289bd04315f4f41"/>
  </p:sldLayoutIdLst>
  <p:txStyles>
    <p:titleStyle>
      <ns0:lvl1pPr xmlns:ns0="http://schemas.openxmlformats.org/drawingml/2006/main" algn="l" marL="0" indent="0">
        <ns0:buNone/>
        <ns0:defRPr sz="2550" b="1">
          <ns0:solidFill>
            <ns0:schemeClr val="tx1"/>
          </ns0:solidFill>
          <ns0:latin typeface="+mj-lt"/>
          <ns0:ea typeface="+mj-ea"/>
          <ns0:cs typeface="+mj-cs"/>
        </ns0:defRPr>
      </ns0:lvl1pPr>
    </p:titleStyle>
    <p:bodyStyle>
      <ns1:lvl1pPr xmlns:ns1="http://schemas.openxmlformats.org/drawingml/2006/main" algn="l" marL="0" indent="0">
        <ns1:buNone/>
        <ns1:defRPr sz="1650" b="0">
          <ns1:solidFill>
            <ns1:schemeClr val="tx1"/>
          </ns1:solidFill>
          <ns1:latin typeface="+mn-lt"/>
          <ns1:ea typeface="+mn-ea"/>
          <ns1:cs typeface="+mn-cs"/>
        </ns1:defRPr>
      </ns1:lvl1pPr>
    </p:bodyStyle>
    <p:otherStyle>
      <ns2:lvl1pPr xmlns:ns2="http://schemas.openxmlformats.org/drawingml/2006/main" algn="l" marL="0" indent="0">
        <ns2:buNone/>
        <ns2:defRPr sz="1650" b="0">
          <ns2:solidFill>
            <ns2:schemeClr val="tx1"/>
          </ns2:solidFill>
          <ns2:latin typeface="+mn-lt"/>
          <ns2:ea typeface="+mn-ea"/>
          <ns2:cs typeface="+mn-cs"/>
        </ns2:defRPr>
      </ns2:lvl1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CLab Teal">
      <a:dk1>
        <a:srgbClr val="212121"/>
      </a:dk1>
      <a:lt1>
        <a:srgbClr val="FFFFFF"/>
      </a:lt1>
      <a:dk2>
        <a:srgbClr val="666666"/>
      </a:dk2>
      <a:lt2>
        <a:srgbClr val="F5F5F5"/>
      </a:lt2>
      <a:accent1>
        <a:srgbClr val="28B5A2"/>
      </a:accent1>
      <a:accent2>
        <a:srgbClr val="1E8C7D"/>
      </a:accent2>
      <a:accent3>
        <a:srgbClr val="01579B"/>
      </a:accent3>
      <a:accent4>
        <a:srgbClr val="ED6C02"/>
      </a:accent4>
      <a:accent5>
        <a:srgbClr val="C62828"/>
      </a:accent5>
      <a:accent6>
        <a:srgbClr val="2E7D32"/>
      </a:accent6>
      <a:hlink>
        <a:srgbClr val="01579B"/>
      </a:hlink>
      <a:folHlink>
        <a:srgbClr val="6A3D9A"/>
      </a:folHlink>
    </a:clrScheme>
    <a:fontScheme name="MCLab Teal">
      <a:majorFont>
        <a:latin typeface="Roboto"/>
        <a:ea typeface="Hiragino Sans"/>
        <a:cs typeface="Roboto"/>
        <a:font script="Jpan" typeface="Hiragino Sans"/>
      </a:majorFont>
      <a:minorFont>
        <a:latin typeface="Roboto"/>
        <a:ea typeface="Hiragino Sans"/>
        <a:cs typeface="Roboto"/>
        <a:font script="Jpan" typeface="Hiragino Sans"/>
      </a:minorFont>
    </a:fontScheme>
    <a:fmtScheme name="MCLab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fde76f9067442da"/><Relationship Type="http://schemas.openxmlformats.org/officeDocument/2006/relationships/notesSlide" Target="/ppt/notesSlides/notesSlide1.xml" Id="Rde6887d20252417c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621e38ac3a834458"/><Relationship Type="http://schemas.openxmlformats.org/officeDocument/2006/relationships/notesSlide" Target="/ppt/notesSlides/notesSlide2.xml" Id="Ra34a5e1ee513420d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11749d62f6124d53"/><Relationship Type="http://schemas.openxmlformats.org/officeDocument/2006/relationships/notesSlide" Target="/ppt/notesSlides/notesSlide3.xml" Id="R140d8ae1998d4918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eb0f7b61d4d9424f"/><Relationship Type="http://schemas.openxmlformats.org/officeDocument/2006/relationships/notesSlide" Target="/ppt/notesSlides/notesSlide4.xml" Id="Ra9b7e81829e6496e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4.xml" Id="R543f4b72ebd84c85"/><Relationship Type="http://schemas.openxmlformats.org/officeDocument/2006/relationships/notesSlide" Target="/ppt/notesSlides/notesSlide5.xml" Id="R2bbb0178dd704f02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6040fb3896c74ae9"/><Relationship Type="http://schemas.openxmlformats.org/officeDocument/2006/relationships/notesSlide" Target="/ppt/notesSlides/notesSlide6.xml" Id="Rffed813fd2fa42c5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2d9eaa571da4839"/><Relationship Type="http://schemas.openxmlformats.org/officeDocument/2006/relationships/notesSlide" Target="/ppt/notesSlides/notesSlide7.xml" Id="Rc57142b15fd7417b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58c4802cd35f4768"/><Relationship Type="http://schemas.openxmlformats.org/officeDocument/2006/relationships/notesSlide" Target="/ppt/notesSlides/notesSlide8.xml" Id="R0ed9fd29fae84956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b740adfed35a4f89"/><Relationship Type="http://schemas.openxmlformats.org/officeDocument/2006/relationships/notesSlide" Target="/ppt/notesSlides/notesSlide9.xml" Id="Reabf43e7d25a45d5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8.xml" Id="R7583a688a9ee4ef7"/><Relationship Type="http://schemas.openxmlformats.org/officeDocument/2006/relationships/notesSlide" Target="/ppt/notesSlides/notesSlide10.xml" Id="Rfd279d4a77cd4b4e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9.xml" Id="R0ec5d85a6dac4a5a"/><Relationship Type="http://schemas.openxmlformats.org/officeDocument/2006/relationships/notesSlide" Target="/ppt/notesSlides/notesSlide11.xml" Id="R1f3960d4a6e04454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0.xml" Id="Ra5566a137a04433e"/><Relationship Type="http://schemas.openxmlformats.org/officeDocument/2006/relationships/notesSlide" Target="/ppt/notesSlides/notesSlide12.xml" Id="R422f22fae09a4f2a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1.xml" Id="R456b756075b04e98"/><Relationship Type="http://schemas.openxmlformats.org/officeDocument/2006/relationships/notesSlide" Target="/ppt/notesSlides/notesSlide13.xml" Id="Rf0e68dc8057b4a15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2.xml" Id="R2d56b64171cb41cf"/><Relationship Type="http://schemas.openxmlformats.org/officeDocument/2006/relationships/notesSlide" Target="/ppt/notesSlides/notesSlide14.xml" Id="R1dda769c781140f7"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DB91C5D5-6AB2-412D-9F34-7622AFECA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36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スライドデザインテンプレート</a:t>
            </a:r>
          </a:p>
        </p:txBody>
      </p:sp>
      <p:sp>
        <p:nvSpPr>
          <p:cNvPr id="1003" name="脚注">
            <a:extLst xmlns:a="http://schemas.openxmlformats.org/drawingml/2006/main">
              <a:ext uri="{FF2B5EF4-FFF2-40B4-BE49-F238E27FC236}">
                <a16:creationId xmlns:a16="http://schemas.microsoft.com/office/drawing/2014/main" id="{B57987B6-999C-4817-878A-E9E6481437AF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/>
            </a:r>
          </a:p>
        </p:txBody>
      </p:sp>
      <p:sp>
        <p:nvSpPr>
          <p:cNvPr id="1004" name="資料区分">
            <a:extLst xmlns:a="http://schemas.openxmlformats.org/drawingml/2006/main">
              <a:ext uri="{FF2B5EF4-FFF2-40B4-BE49-F238E27FC236}">
                <a16:creationId xmlns:a16="http://schemas.microsoft.com/office/drawing/2014/main" id="{DDB819EE-7A7D-4EE0-BDC5-7D26D041F1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12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プロジェクト資料の共通書式</a:t>
            </a:r>
          </a:p>
        </p:txBody>
      </p:sp>
      <p:sp>
        <p:nvSpPr>
          <p:cNvPr id="1005" name="サブタイトル">
            <a:extLst xmlns:a="http://schemas.openxmlformats.org/drawingml/2006/main">
              <a:ext uri="{FF2B5EF4-FFF2-40B4-BE49-F238E27FC236}">
                <a16:creationId xmlns:a16="http://schemas.microsoft.com/office/drawing/2014/main" id="{30E45257-32F6-4443-BEC8-491C80216A8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8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白背景とティールを基調にした</a:t>
            </a:r>
          </a:p>
          <a:p xmlns:a="http://schemas.openxmlformats.org/drawingml/2006/main">
            <a:pPr>
              <a:defRPr sz="18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8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計画・比較・データ説明用のスライド</a:t>
            </a:r>
          </a:p>
        </p:txBody>
      </p:sp>
      <p:sp>
        <p:nvSpPr>
          <p:cNvPr id="1006" name="表紙本文">
            <a:extLst xmlns:a="http://schemas.openxmlformats.org/drawingml/2006/main">
              <a:ext uri="{FF2B5EF4-FFF2-40B4-BE49-F238E27FC236}">
                <a16:creationId xmlns:a16="http://schemas.microsoft.com/office/drawing/2014/main" id="{68D8704B-A734-44A4-AFE1-DBFCA5E837E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構成例は、タイトルや本文を置き換えて使えます。</a:t>
            </a:r>
          </a:p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表はPowerPointの表として編集できます。</a:t>
            </a:r>
          </a:p>
        </p:txBody>
      </p:sp>
      <p:sp>
        <p:nvSpPr>
          <p:cNvPr id="1007" name="日付・作成者">
            <a:extLst xmlns:a="http://schemas.openxmlformats.org/drawingml/2006/main">
              <a:ext uri="{FF2B5EF4-FFF2-40B4-BE49-F238E27FC236}">
                <a16:creationId xmlns:a16="http://schemas.microsoft.com/office/drawing/2014/main" id="{14F13C4F-F9EE-46B5-BFC1-FDE79122F933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2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資料名・作成者・日付を入力</a:t>
            </a:r>
          </a:p>
        </p:txBody>
      </p:sp>
      <p:sp>
        <p:nvSpPr>
          <p:cNvPr id="1008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B89147E5-C6DB-436A-B5DC-78071A925468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lt1"/>
                </a:solidFill>
                <a:latin typeface="+mn-lt"/>
                <a:ea typeface="+mn-ea"/>
                <a:cs typeface="+mn-cs"/>
              </a:rPr>
              <a:t>この資料の目的</a:t>
            </a:r>
          </a:p>
        </p:txBody>
      </p:sp>
      <p:sp>
        <p:nvSpPr>
          <p:cNvPr id="1009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D3F5285D-A325-41DC-8517-6F48977EF8AF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lt1"/>
                </a:solidFill>
                <a:latin typeface="+mn-lt"/>
                <a:ea typeface="+mn-ea"/>
                <a:cs typeface="+mn-cs"/>
              </a:rPr>
              <a:t>共通マスター、配色、構成例を再利用する</a:t>
            </a:r>
          </a:p>
        </p:txBody>
      </p:sp>
      <p:sp>
        <p:nvSpPr>
          <p:cNvPr id="1010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10A2E844-47C9-4D6F-BB2C-99AA658BB092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894525161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B2C487F9-2915-4FC1-B27B-B758A0F357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テンプレートの使い方</a:t>
            </a:r>
          </a:p>
        </p:txBody>
      </p:sp>
      <p:sp>
        <p:nvSpPr>
          <p:cNvPr id="1003" name="脚注">
            <a:extLst xmlns:a="http://schemas.openxmlformats.org/drawingml/2006/main">
              <a:ext uri="{FF2B5EF4-FFF2-40B4-BE49-F238E27FC236}">
                <a16:creationId xmlns:a16="http://schemas.microsoft.com/office/drawing/2014/main" id="{99D4A9F7-C6AF-48CE-BEE4-636955647F95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スライド用の共通ヘッダーはマスターのテキストボックスです。表の書式は構成例から引き継げます。</a:t>
            </a:r>
          </a:p>
        </p:txBody>
      </p:sp>
      <p:sp>
        <p:nvSpPr>
          <p:cNvPr id="1004" name="本文見出し">
            <a:extLst xmlns:a="http://schemas.openxmlformats.org/drawingml/2006/main">
              <a:ext uri="{FF2B5EF4-FFF2-40B4-BE49-F238E27FC236}">
                <a16:creationId xmlns:a16="http://schemas.microsoft.com/office/drawing/2014/main" id="{B4354726-C82D-4EB9-B9C2-D9FAAA976D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9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構成例の複製と、レイアウトからの新規作成に対応</a:t>
            </a:r>
          </a:p>
        </p:txBody>
      </p:sp>
      <p:sp>
        <p:nvSpPr>
          <p:cNvPr id="1005" name="本文">
            <a:extLst xmlns:a="http://schemas.openxmlformats.org/drawingml/2006/main">
              <a:ext uri="{FF2B5EF4-FFF2-40B4-BE49-F238E27FC236}">
                <a16:creationId xmlns:a16="http://schemas.microsoft.com/office/drawing/2014/main" id="{DA265556-E0AE-4926-AAD3-06C22B24E8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構成例を使う場合：該当ページを複製し、タイトル・本文・表を編集します。</a:t>
            </a:r>
          </a:p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新しく作る場合：［新しいスライド］で用途に合うレイアウトを選びます。</a:t>
            </a:r>
          </a:p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共通ヘッダー：［表示］の［スライドマスター］で最上位を編集します。</a:t>
            </a:r>
          </a:p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「共通ヘッダー_ここに入力すると全ページへ反映」は初期状態で空欄です。</a:t>
            </a:r>
          </a:p>
        </p:txBody>
      </p:sp>
      <p:sp>
        <p:nvSpPr>
          <p:cNvPr id="1006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56E4E8BD-CFB8-4A68-AC21-D0D7AC31A444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共通設定</a:t>
            </a:r>
          </a:p>
        </p:txBody>
      </p:sp>
      <p:sp>
        <p:nvSpPr>
          <p:cNvPr id="1007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19DB8C82-4CBB-4BF7-AB96-2BDF677A5D9F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色とフォントはテーマ、配置はレイアウト、内容は各スライドで編集</a:t>
            </a:r>
          </a:p>
        </p:txBody>
      </p:sp>
      <p:sp>
        <p:nvSpPr>
          <p:cNvPr id="1008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F08B78BB-69D8-43CB-BFC0-9FB5796A68B3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2076484457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C8E44151-AE0D-4A33-9E81-B3F05A275E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配色と文字のルール</a:t>
            </a:r>
          </a:p>
        </p:txBody>
      </p:sp>
      <p:sp>
        <p:nvSpPr>
          <p:cNvPr id="1003" name="脚注">
            <a:extLst xmlns:a="http://schemas.openxmlformats.org/drawingml/2006/main">
              <a:ext uri="{FF2B5EF4-FFF2-40B4-BE49-F238E27FC236}">
                <a16:creationId xmlns:a16="http://schemas.microsoft.com/office/drawing/2014/main" id="{36D0A44F-B05F-41AF-A02F-D23621FF175A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日本語：Hiragino Sans ／ 英数字：Roboto。未インストールの環境ではフォントを変更してください。</a:t>
            </a:r>
          </a:p>
        </p:txBody>
      </p:sp>
      <p:sp>
        <p:nvSpPr>
          <p:cNvPr id="1004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D960C886-9814-485D-A9F3-AB1B33CFF0AD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色の扱い</a:t>
            </a:r>
          </a:p>
        </p:txBody>
      </p:sp>
      <p:sp>
        <p:nvSpPr>
          <p:cNvPr id="1005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B503F108-DBA0-49C4-91F5-7213F21D1417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ティールを基本とし、青は情報、オレンジは注意、赤は問題、緑は成立に使用</a:t>
            </a:r>
          </a:p>
        </p:txBody>
      </p:sp>
      <p:graphicFrame>
        <p:nvGraphicFramePr>
          <p:cNvPr id="1011" name="テーマ配色一覧"/>
          <p:cNvGraphicFramePr/>
          <p:nvPr>
            <p:ph type="tbl" idx="1"/>
          </p:nvPr>
        </p:nvGraphicFramePr>
        <p:xfrm>
          <a:off xmlns:a="http://schemas.openxmlformats.org/drawingml/2006/main" x="495300" y="1752600"/>
          <a:ext xmlns:a="http://schemas.openxmlformats.org/drawingml/2006/main" cx="11201400" cy="3600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2000250"/>
                <a:gridCol w="3295650"/>
                <a:gridCol w="381000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テーマ色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色番号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用途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文字サイズの目安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アクセント1</a:t>
                      </a:r>
                    </a:p>
                  </a:txBody>
                  <a:tcPr marL="114300" marR="114300" marT="57150" marB="571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#28B5A2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線・アクセント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表紙 36 pt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アクセント2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#1E8C7D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表見出し・結論帯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タイトル 25.5 pt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アクセント3</a:t>
                      </a:r>
                    </a:p>
                  </a:txBody>
                  <a:tcPr marL="114300" marR="114300" marT="57150" marB="5715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#01579B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情報・比較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本文 16.5〜18 pt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アクセント4</a:t>
                      </a:r>
                    </a:p>
                  </a:txBody>
                  <a:tcPr marL="114300" marR="114300" marT="57150" marB="5715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#ED6C02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注意・検討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表 13.5 pt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アクセント5</a:t>
                      </a:r>
                    </a:p>
                  </a:txBody>
                  <a:tcPr marL="114300" marR="114300" marT="57150" marB="5715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#C62828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不足・問題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脚注 9.75 pt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アクセント6</a:t>
                      </a:r>
                    </a:p>
                  </a:txBody>
                  <a:tcPr marL="114300" marR="114300" marT="57150" marB="5715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#2E7D32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成立・完了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本文色 #212121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12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1A066DBA-AE8C-41B2-86D0-3F2496979615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1477114924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B2C487F9-2915-4FC1-B27B-B758A0F357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標準の本文構成</a:t>
            </a:r>
          </a:p>
        </p:txBody>
      </p:sp>
      <p:sp>
        <p:nvSpPr>
          <p:cNvPr id="1003" name="脚注">
            <a:extLst xmlns:a="http://schemas.openxmlformats.org/drawingml/2006/main">
              <a:ext uri="{FF2B5EF4-FFF2-40B4-BE49-F238E27FC236}">
                <a16:creationId xmlns:a16="http://schemas.microsoft.com/office/drawing/2014/main" id="{99D4A9F7-C6AF-48CE-BEE4-636955647F95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出典・集計日・対象範囲などを記載</a:t>
            </a:r>
          </a:p>
        </p:txBody>
      </p:sp>
      <p:sp>
        <p:nvSpPr>
          <p:cNvPr id="1004" name="本文見出し">
            <a:extLst xmlns:a="http://schemas.openxmlformats.org/drawingml/2006/main">
              <a:ext uri="{FF2B5EF4-FFF2-40B4-BE49-F238E27FC236}">
                <a16:creationId xmlns:a16="http://schemas.microsoft.com/office/drawing/2014/main" id="{B4354726-C82D-4EB9-B9C2-D9FAAA976D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9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このページで伝える論点</a:t>
            </a:r>
          </a:p>
        </p:txBody>
      </p:sp>
      <p:sp>
        <p:nvSpPr>
          <p:cNvPr id="1005" name="本文">
            <a:extLst xmlns:a="http://schemas.openxmlformats.org/drawingml/2006/main">
              <a:ext uri="{FF2B5EF4-FFF2-40B4-BE49-F238E27FC236}">
                <a16:creationId xmlns:a16="http://schemas.microsoft.com/office/drawing/2014/main" id="{DA265556-E0AE-4926-AAD3-06C22B24E8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結論を支える説明をここに入力します。</a:t>
            </a:r>
          </a:p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背景や前提は、読み手に必要な範囲に絞ります。</a:t>
            </a:r>
          </a:p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対象や比較条件が変わる場合は、段落を分けて記載します。</a:t>
            </a:r>
          </a:p>
          <a:p xmlns:a="http://schemas.openxmlformats.org/drawingml/2006/main">
            <a:pPr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詳しい数値や条件は、表の構成例を使います。</a:t>
            </a:r>
          </a:p>
        </p:txBody>
      </p:sp>
      <p:sp>
        <p:nvSpPr>
          <p:cNvPr id="1006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56E4E8BD-CFB8-4A68-AC21-D0D7AC31A444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要点</a:t>
            </a:r>
          </a:p>
        </p:txBody>
      </p:sp>
      <p:sp>
        <p:nvSpPr>
          <p:cNvPr id="1007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19DB8C82-4CBB-4BF7-AB96-2BDF677A5D9F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このページから判断できること、次に確認することを記載</a:t>
            </a:r>
          </a:p>
        </p:txBody>
      </p:sp>
      <p:sp>
        <p:nvSpPr>
          <p:cNvPr id="1008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D0A49384-82B6-473E-A1BB-DBD9BB07C8F1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32103263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1D156A1A-F059-41D8-9F49-8B92B96FFD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2つの観点の比較</a:t>
            </a:r>
          </a:p>
        </p:txBody>
      </p:sp>
      <p:sp>
        <p:nvSpPr>
          <p:cNvPr id="1003" name="脚注">
            <a:extLst xmlns:a="http://schemas.openxmlformats.org/drawingml/2006/main">
              <a:ext uri="{FF2B5EF4-FFF2-40B4-BE49-F238E27FC236}">
                <a16:creationId xmlns:a16="http://schemas.microsoft.com/office/drawing/2014/main" id="{617A0BA8-C3A4-4BBF-93E1-154FAB352630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/>
            </a:r>
          </a:p>
        </p:txBody>
      </p:sp>
      <p:sp>
        <p:nvSpPr>
          <p:cNvPr id="1004" name="左見出し">
            <a:extLst xmlns:a="http://schemas.openxmlformats.org/drawingml/2006/main">
              <a:ext uri="{FF2B5EF4-FFF2-40B4-BE49-F238E27FC236}">
                <a16:creationId xmlns:a16="http://schemas.microsoft.com/office/drawing/2014/main" id="{BE7875AF-E6B8-46F5-AAB0-18A1BA03D6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評価の観点</a:t>
            </a:r>
          </a:p>
        </p:txBody>
      </p:sp>
      <p:sp>
        <p:nvSpPr>
          <p:cNvPr id="1005" name="左本文">
            <a:extLst xmlns:a="http://schemas.openxmlformats.org/drawingml/2006/main">
              <a:ext uri="{FF2B5EF4-FFF2-40B4-BE49-F238E27FC236}">
                <a16:creationId xmlns:a16="http://schemas.microsoft.com/office/drawing/2014/main" id="{4DD524E7-C145-459D-819F-9E26526291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評価する対象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比較条件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評価結果の読み方</a:t>
            </a:r>
          </a:p>
        </p:txBody>
      </p:sp>
      <p:sp>
        <p:nvSpPr>
          <p:cNvPr id="1006" name="右見出し">
            <a:extLst xmlns:a="http://schemas.openxmlformats.org/drawingml/2006/main">
              <a:ext uri="{FF2B5EF4-FFF2-40B4-BE49-F238E27FC236}">
                <a16:creationId xmlns:a16="http://schemas.microsoft.com/office/drawing/2014/main" id="{712D5E02-C6F2-430B-B9DF-FD95D91D5C7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実行の観点</a:t>
            </a:r>
          </a:p>
        </p:txBody>
      </p:sp>
      <p:sp>
        <p:nvSpPr>
          <p:cNvPr id="1007" name="右本文">
            <a:extLst xmlns:a="http://schemas.openxmlformats.org/drawingml/2006/main">
              <a:ext uri="{FF2B5EF4-FFF2-40B4-BE49-F238E27FC236}">
                <a16:creationId xmlns:a16="http://schemas.microsoft.com/office/drawing/2014/main" id="{1F21B488-E1F8-4C95-8263-2CC63872291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実施する場所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必要な体制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運用上の確認事項</a:t>
            </a:r>
          </a:p>
        </p:txBody>
      </p:sp>
      <p:sp>
        <p:nvSpPr>
          <p:cNvPr id="1008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FCAF6762-6CFD-4669-9CEF-A7A58D4E6F6E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判断基準</a:t>
            </a:r>
          </a:p>
        </p:txBody>
      </p:sp>
      <p:sp>
        <p:nvSpPr>
          <p:cNvPr id="1009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65535C91-8970-4D57-919F-218943C7B0EE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左右の観点を踏まえた判断条件を記載</a:t>
            </a:r>
          </a:p>
        </p:txBody>
      </p:sp>
      <p:sp>
        <p:nvSpPr>
          <p:cNvPr id="1010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E472CACE-0BF2-4438-82DC-71C65E970385}" type="slidenum"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1304310796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827A75ED-A521-40C2-B090-1DA2A7DA54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3案の比較</a:t>
            </a:r>
          </a:p>
        </p:txBody>
      </p:sp>
      <p:sp>
        <p:nvSpPr>
          <p:cNvPr id="1003" name="脚注">
            <a:extLst xmlns:a="http://schemas.openxmlformats.org/drawingml/2006/main">
              <a:ext uri="{FF2B5EF4-FFF2-40B4-BE49-F238E27FC236}">
                <a16:creationId xmlns:a16="http://schemas.microsoft.com/office/drawing/2014/main" id="{F245AF53-54A2-4230-A22F-0026B6DC9167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/>
            </a:r>
          </a:p>
        </p:txBody>
      </p:sp>
      <p:sp>
        <p:nvSpPr>
          <p:cNvPr id="1004" name="案1見出し">
            <a:extLst xmlns:a="http://schemas.openxmlformats.org/drawingml/2006/main">
              <a:ext uri="{FF2B5EF4-FFF2-40B4-BE49-F238E27FC236}">
                <a16:creationId xmlns:a16="http://schemas.microsoft.com/office/drawing/2014/main" id="{1C547595-4C5B-4717-9EF4-1048078D4B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案A</a:t>
            </a:r>
          </a:p>
        </p:txBody>
      </p:sp>
      <p:sp>
        <p:nvSpPr>
          <p:cNvPr id="1005" name="案1本文">
            <a:extLst xmlns:a="http://schemas.openxmlformats.org/drawingml/2006/main">
              <a:ext uri="{FF2B5EF4-FFF2-40B4-BE49-F238E27FC236}">
                <a16:creationId xmlns:a16="http://schemas.microsoft.com/office/drawing/2014/main" id="{6FEB528D-2F31-4803-B836-9941E9AD55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目的と対象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主な利点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確認が必要な条件</a:t>
            </a:r>
          </a:p>
        </p:txBody>
      </p:sp>
      <p:sp>
        <p:nvSpPr>
          <p:cNvPr id="1006" name="案2見出し">
            <a:extLst xmlns:a="http://schemas.openxmlformats.org/drawingml/2006/main">
              <a:ext uri="{FF2B5EF4-FFF2-40B4-BE49-F238E27FC236}">
                <a16:creationId xmlns:a16="http://schemas.microsoft.com/office/drawing/2014/main" id="{85248E9E-798F-4A68-AC29-F7906EEEFA0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案B</a:t>
            </a:r>
          </a:p>
        </p:txBody>
      </p:sp>
      <p:sp>
        <p:nvSpPr>
          <p:cNvPr id="1007" name="案2本文">
            <a:extLst xmlns:a="http://schemas.openxmlformats.org/drawingml/2006/main">
              <a:ext uri="{FF2B5EF4-FFF2-40B4-BE49-F238E27FC236}">
                <a16:creationId xmlns:a16="http://schemas.microsoft.com/office/drawing/2014/main" id="{F879C4F9-63D0-4BD4-BC51-D8BDB346060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目的と対象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主な利点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確認が必要な条件</a:t>
            </a:r>
          </a:p>
        </p:txBody>
      </p:sp>
      <p:sp>
        <p:nvSpPr>
          <p:cNvPr id="1008" name="案3見出し">
            <a:extLst xmlns:a="http://schemas.openxmlformats.org/drawingml/2006/main">
              <a:ext uri="{FF2B5EF4-FFF2-40B4-BE49-F238E27FC236}">
                <a16:creationId xmlns:a16="http://schemas.microsoft.com/office/drawing/2014/main" id="{C1D2044B-F9AB-4FAB-8738-F2028D65F90B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案C</a:t>
            </a:r>
          </a:p>
        </p:txBody>
      </p:sp>
      <p:sp>
        <p:nvSpPr>
          <p:cNvPr id="1009" name="案3本文">
            <a:extLst xmlns:a="http://schemas.openxmlformats.org/drawingml/2006/main">
              <a:ext uri="{FF2B5EF4-FFF2-40B4-BE49-F238E27FC236}">
                <a16:creationId xmlns:a16="http://schemas.microsoft.com/office/drawing/2014/main" id="{6A5B8051-5F88-4DD0-9815-7980737FC49B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目的と対象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主な利点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確認が必要な条件</a:t>
            </a:r>
          </a:p>
        </p:txBody>
      </p:sp>
      <p:sp>
        <p:nvSpPr>
          <p:cNvPr id="1010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B0CCF326-DD21-4C95-A388-CA45B98571AB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選択基準</a:t>
            </a:r>
          </a:p>
        </p:txBody>
      </p:sp>
      <p:sp>
        <p:nvSpPr>
          <p:cNvPr id="1011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9BF7F0C1-93EE-4E65-AD62-8803C9E2B64A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各案を比較するときに優先する条件を記載</a:t>
            </a:r>
          </a:p>
        </p:txBody>
      </p:sp>
      <p:sp>
        <p:nvSpPr>
          <p:cNvPr id="1012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4711EC72-AD8A-4BA6-94A1-E8E5A1AE4950}" type="slidenum"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552276476"/>
      </p:ext>
    </p:extLst>
  </p:cSld>
</p:sld>
</file>

<file path=ppt/slides/slide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EF4A546B-B905-4472-B7C4-BD04BDE918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4段階の全体計画</a:t>
            </a:r>
          </a:p>
        </p:txBody>
      </p:sp>
      <p:sp>
        <p:nvSpPr>
          <p:cNvPr id="1003" name="脚注">
            <a:extLst xmlns:a="http://schemas.openxmlformats.org/drawingml/2006/main">
              <a:ext uri="{FF2B5EF4-FFF2-40B4-BE49-F238E27FC236}">
                <a16:creationId xmlns:a16="http://schemas.microsoft.com/office/drawing/2014/main" id="{2E6EC1B0-B1BD-4FFA-A2AD-5EACF8568F6E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/>
            </a:r>
          </a:p>
        </p:txBody>
      </p:sp>
      <p:sp>
        <p:nvSpPr>
          <p:cNvPr id="1004" name="段階1見出し">
            <a:extLst xmlns:a="http://schemas.openxmlformats.org/drawingml/2006/main">
              <a:ext uri="{FF2B5EF4-FFF2-40B4-BE49-F238E27FC236}">
                <a16:creationId xmlns:a16="http://schemas.microsoft.com/office/drawing/2014/main" id="{3C9EF93F-F4FB-4E5D-A7A4-98C702E351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段階1　準備</a:t>
            </a:r>
          </a:p>
        </p:txBody>
      </p:sp>
      <p:sp>
        <p:nvSpPr>
          <p:cNvPr id="1005" name="段階1本文">
            <a:extLst xmlns:a="http://schemas.openxmlformats.org/drawingml/2006/main">
              <a:ext uri="{FF2B5EF4-FFF2-40B4-BE49-F238E27FC236}">
                <a16:creationId xmlns:a16="http://schemas.microsoft.com/office/drawing/2014/main" id="{ADB2E273-E029-4620-A509-C417F63AEF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目的・対象を整理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手順と体制を定義</a:t>
            </a:r>
          </a:p>
        </p:txBody>
      </p:sp>
      <p:sp>
        <p:nvSpPr>
          <p:cNvPr id="1006" name="移行条件1">
            <a:extLst xmlns:a="http://schemas.openxmlformats.org/drawingml/2006/main">
              <a:ext uri="{FF2B5EF4-FFF2-40B4-BE49-F238E27FC236}">
                <a16:creationId xmlns:a16="http://schemas.microsoft.com/office/drawing/2014/main" id="{3814C865-AC47-4461-883F-ED4524EEF837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3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移行条件：準備完了</a:t>
            </a:r>
          </a:p>
        </p:txBody>
      </p:sp>
      <p:sp>
        <p:nvSpPr>
          <p:cNvPr id="1007" name="段階2見出し">
            <a:extLst xmlns:a="http://schemas.openxmlformats.org/drawingml/2006/main">
              <a:ext uri="{FF2B5EF4-FFF2-40B4-BE49-F238E27FC236}">
                <a16:creationId xmlns:a16="http://schemas.microsoft.com/office/drawing/2014/main" id="{2C5F8F6B-20C5-4901-BC4E-44CA869CFE7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段階2　試行</a:t>
            </a:r>
          </a:p>
        </p:txBody>
      </p:sp>
      <p:sp>
        <p:nvSpPr>
          <p:cNvPr id="1008" name="段階2本文">
            <a:extLst xmlns:a="http://schemas.openxmlformats.org/drawingml/2006/main">
              <a:ext uri="{FF2B5EF4-FFF2-40B4-BE49-F238E27FC236}">
                <a16:creationId xmlns:a16="http://schemas.microsoft.com/office/drawing/2014/main" id="{30E7311E-EFE0-46AB-A29B-20078606A1D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限定した範囲で実施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課題と実績を確認</a:t>
            </a:r>
          </a:p>
        </p:txBody>
      </p:sp>
      <p:sp>
        <p:nvSpPr>
          <p:cNvPr id="1009" name="移行条件2">
            <a:extLst xmlns:a="http://schemas.openxmlformats.org/drawingml/2006/main">
              <a:ext uri="{FF2B5EF4-FFF2-40B4-BE49-F238E27FC236}">
                <a16:creationId xmlns:a16="http://schemas.microsoft.com/office/drawing/2014/main" id="{33C643D5-A05E-43D8-AEA5-8A6D36284DC6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3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移行条件：試行結果</a:t>
            </a:r>
          </a:p>
        </p:txBody>
      </p:sp>
      <p:sp>
        <p:nvSpPr>
          <p:cNvPr id="1010" name="段階3見出し">
            <a:extLst xmlns:a="http://schemas.openxmlformats.org/drawingml/2006/main">
              <a:ext uri="{FF2B5EF4-FFF2-40B4-BE49-F238E27FC236}">
                <a16:creationId xmlns:a16="http://schemas.microsoft.com/office/drawing/2014/main" id="{548AE5B9-34B9-4AB3-ABD0-181572F9AE26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段階3　展開</a:t>
            </a:r>
          </a:p>
        </p:txBody>
      </p:sp>
      <p:sp>
        <p:nvSpPr>
          <p:cNvPr id="1011" name="段階3本文">
            <a:extLst xmlns:a="http://schemas.openxmlformats.org/drawingml/2006/main">
              <a:ext uri="{FF2B5EF4-FFF2-40B4-BE49-F238E27FC236}">
                <a16:creationId xmlns:a16="http://schemas.microsoft.com/office/drawing/2014/main" id="{FCDCAE98-6514-4C8D-BF51-483FD85B0AB6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対象範囲を拡張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計画と配分を更新</a:t>
            </a:r>
          </a:p>
        </p:txBody>
      </p:sp>
      <p:sp>
        <p:nvSpPr>
          <p:cNvPr id="1012" name="移行条件3">
            <a:extLst xmlns:a="http://schemas.openxmlformats.org/drawingml/2006/main">
              <a:ext uri="{FF2B5EF4-FFF2-40B4-BE49-F238E27FC236}">
                <a16:creationId xmlns:a16="http://schemas.microsoft.com/office/drawing/2014/main" id="{AEDDE34D-AE87-4B82-A083-DA34937F8CB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3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移行条件：運用実績</a:t>
            </a:r>
          </a:p>
        </p:txBody>
      </p:sp>
      <p:sp>
        <p:nvSpPr>
          <p:cNvPr id="1013" name="段階4見出し">
            <a:extLst xmlns:a="http://schemas.openxmlformats.org/drawingml/2006/main">
              <a:ext uri="{FF2B5EF4-FFF2-40B4-BE49-F238E27FC236}">
                <a16:creationId xmlns:a16="http://schemas.microsoft.com/office/drawing/2014/main" id="{575BD2DF-1FCD-4DFA-88A5-C529EEB31345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段階4　評価</a:t>
            </a:r>
          </a:p>
        </p:txBody>
      </p:sp>
      <p:sp>
        <p:nvSpPr>
          <p:cNvPr id="1014" name="段階4本文">
            <a:extLst xmlns:a="http://schemas.openxmlformats.org/drawingml/2006/main">
              <a:ext uri="{FF2B5EF4-FFF2-40B4-BE49-F238E27FC236}">
                <a16:creationId xmlns:a16="http://schemas.microsoft.com/office/drawing/2014/main" id="{E8B58747-3803-4B17-A24A-ECA19903BA07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事前の基準で判定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次の方針を決定</a:t>
            </a:r>
          </a:p>
        </p:txBody>
      </p:sp>
      <p:sp>
        <p:nvSpPr>
          <p:cNvPr id="1015" name="移行条件4">
            <a:extLst xmlns:a="http://schemas.openxmlformats.org/drawingml/2006/main">
              <a:ext uri="{FF2B5EF4-FFF2-40B4-BE49-F238E27FC236}">
                <a16:creationId xmlns:a16="http://schemas.microsoft.com/office/drawing/2014/main" id="{58816354-5137-46A1-9CC0-052BABF89F1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3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評価後：継続方針</a:t>
            </a:r>
          </a:p>
        </p:txBody>
      </p:sp>
      <p:sp>
        <p:nvSpPr>
          <p:cNvPr id="1016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520A9EB8-8D07-4C38-9C06-194230CA2171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進め方</a:t>
            </a:r>
          </a:p>
        </p:txBody>
      </p:sp>
      <p:sp>
        <p:nvSpPr>
          <p:cNvPr id="1017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E246494B-5CF6-498D-A9F1-81C9A014FA55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段階と移行条件を分けて記載し、並行する作業は注記</a:t>
            </a:r>
          </a:p>
        </p:txBody>
      </p:sp>
      <p:sp>
        <p:nvSpPr>
          <p:cNvPr id="1018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9C04C7FB-33E8-4581-9C56-F3805B19EB42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1003856556"/>
      </p:ext>
    </p:extLst>
  </p:cSld>
</p:sld>
</file>

<file path=ppt/slides/slide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C8E44151-AE0D-4A33-9E81-B3F05A275E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詳細計画の一覧</a:t>
            </a:r>
          </a:p>
        </p:txBody>
      </p:sp>
      <p:sp>
        <p:nvSpPr>
          <p:cNvPr id="1003" name="脚注">
            <a:extLst xmlns:a="http://schemas.openxmlformats.org/drawingml/2006/main">
              <a:ext uri="{FF2B5EF4-FFF2-40B4-BE49-F238E27FC236}">
                <a16:creationId xmlns:a16="http://schemas.microsoft.com/office/drawing/2014/main" id="{36D0A44F-B05F-41AF-A02F-D23621FF175A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以下の内容は構成例です。実際の条件・数値へ置き換えてください。</a:t>
            </a:r>
          </a:p>
        </p:txBody>
      </p:sp>
      <p:sp>
        <p:nvSpPr>
          <p:cNvPr id="1004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D960C886-9814-485D-A9F3-AB1B33CFF0AD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確認事項</a:t>
            </a:r>
          </a:p>
        </p:txBody>
      </p:sp>
      <p:sp>
        <p:nvSpPr>
          <p:cNvPr id="1005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B503F108-DBA0-49C4-91F5-7213F21D1417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未確定の条件、追加で必要な情報を記載</a:t>
            </a:r>
          </a:p>
        </p:txBody>
      </p:sp>
      <p:graphicFrame>
        <p:nvGraphicFramePr>
          <p:cNvPr id="1011" name="詳細計画表"/>
          <p:cNvGraphicFramePr/>
          <p:nvPr>
            <p:ph type="tbl" idx="1"/>
          </p:nvPr>
        </p:nvGraphicFramePr>
        <p:xfrm>
          <a:off xmlns:a="http://schemas.openxmlformats.org/drawingml/2006/main" x="495300" y="1752600"/>
          <a:ext xmlns:a="http://schemas.openxmlformats.org/drawingml/2006/main" cx="11201400" cy="3600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2343150"/>
                <a:gridCol w="3524250"/>
                <a:gridCol w="1809750"/>
                <a:gridCol w="1809750"/>
              </a:tblGrid>
              <a:tr h="600075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対象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取得・実施場所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必要な情報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時期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担当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対象A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拠点A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条件・測定値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第1期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担当A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対象B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拠点B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条件・測定値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第1期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担当B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対象C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拠点C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条件・測定値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第2期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担当C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対象D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拠点D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条件・測定値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第2期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担当D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対象E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調整中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条件・測定値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調整中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未定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012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86931893-71B3-47E3-8F4C-629CB6376523}" type="slidenum"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1088921527"/>
      </p:ext>
    </p:extLst>
  </p:cSld>
</p:sld>
</file>

<file path=ppt/slides/slide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31B5B5EE-0DFF-4D64-B95F-7CA59C096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2軸による4区分の整理</a:t>
            </a:r>
          </a:p>
        </p:txBody>
      </p:sp>
      <p:sp>
        <p:nvSpPr>
          <p:cNvPr id="1003" name="脚注">
            <a:extLst xmlns:a="http://schemas.openxmlformats.org/drawingml/2006/main">
              <a:ext uri="{FF2B5EF4-FFF2-40B4-BE49-F238E27FC236}">
                <a16:creationId xmlns:a16="http://schemas.microsoft.com/office/drawing/2014/main" id="{F00F1D32-13F5-40D4-A9ED-51E7B722A178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軸名、区分名、判断基準を目的に合わせて変更できます。</a:t>
            </a:r>
          </a:p>
        </p:txBody>
      </p:sp>
      <p:sp>
        <p:nvSpPr>
          <p:cNvPr id="1004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A6057F4C-2C15-4442-AFC4-690B6C7DADF9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区分の定義</a:t>
            </a:r>
          </a:p>
        </p:txBody>
      </p:sp>
      <p:sp>
        <p:nvSpPr>
          <p:cNvPr id="1005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B71952AF-AF9C-42BB-B667-BD0B065ABF5E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行・列の判定条件を固定し、区分間の違いを明記</a:t>
            </a:r>
          </a:p>
        </p:txBody>
      </p:sp>
      <p:graphicFrame>
        <p:nvGraphicFramePr>
          <p:cNvPr id="1011" name="2軸4区分"/>
          <p:cNvGraphicFramePr/>
          <p:nvPr>
            <p:ph type="tbl" idx="1"/>
          </p:nvPr>
        </p:nvGraphicFramePr>
        <p:xfrm>
          <a:off xmlns:a="http://schemas.openxmlformats.org/drawingml/2006/main" x="495300" y="1752600"/>
          <a:ext xmlns:a="http://schemas.openxmlformats.org/drawingml/2006/main" cx="11201400" cy="3600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4457700"/>
                <a:gridCol w="445770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分類軸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条件B あり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条件B なし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</a:tr>
              <a:tr h="15430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条件A あり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区分1</a:t>
                      </a:r>
                    </a:p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ここに特徴や対応を記載</a:t>
                      </a:r>
                    </a:p>
                  </a:txBody>
                  <a:tcPr marL="114300" marR="114300" marT="57150" marB="57150" anchor="ctr">
                    <a:solidFill>
                      <a:srgbClr val="D8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区分2</a:t>
                      </a:r>
                    </a:p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ここに特徴や対応を記載</a:t>
                      </a:r>
                    </a:p>
                  </a:txBody>
                  <a:tcPr marL="114300" marR="114300" marT="57150" marB="57150" anchor="ctr">
                    <a:solidFill>
                      <a:srgbClr val="DDF4F0"/>
                    </a:solidFill>
                  </a:tcPr>
                </a:tc>
              </a:tr>
              <a:tr h="15430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条件A なし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区分3</a:t>
                      </a:r>
                    </a:p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ここに特徴や対応を記載</a:t>
                      </a:r>
                    </a:p>
                  </a:txBody>
                  <a:tcPr marL="114300" marR="114300" marT="57150" marB="57150" anchor="ctr">
                    <a:solidFill>
                      <a:srgbClr val="FFF0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区分4</a:t>
                      </a:r>
                    </a:p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ここに特徴や対応を記載</a:t>
                      </a:r>
                    </a:p>
                  </a:txBody>
                  <a:tcPr marL="114300" marR="114300" marT="57150" marB="57150" anchor="ctr">
                    <a:solidFill>
                      <a:srgbClr val="E0F1E1"/>
                    </a:solidFill>
                  </a:tcPr>
                </a:tc>
              </a:tr>
            </a:tbl>
          </a:graphicData>
        </a:graphic>
      </p:graphicFrame>
      <p:sp>
        <p:nvSpPr>
          <p:cNvPr id="1012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F214B0E6-483B-4875-A71B-73A25AF12F3E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2096596750"/>
      </p:ext>
    </p:extLst>
  </p:cSld>
</p:sld>
</file>

<file path=ppt/slides/slide1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F6C66B5A-0BE2-40FF-8A9C-B39545DFC2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主要数値と内訳</a:t>
            </a:r>
          </a:p>
        </p:txBody>
      </p:sp>
      <p:sp>
        <p:nvSpPr>
          <p:cNvPr id="1003" name="脚注">
            <a:extLst xmlns:a="http://schemas.openxmlformats.org/drawingml/2006/main">
              <a:ext uri="{FF2B5EF4-FFF2-40B4-BE49-F238E27FC236}">
                <a16:creationId xmlns:a16="http://schemas.microsoft.com/office/drawing/2014/main" id="{C9B42FAB-0AC5-4CF7-B41F-1AE331702184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すべて架空の数値です。単位：件。</a:t>
            </a:r>
          </a:p>
        </p:txBody>
      </p:sp>
      <p:sp>
        <p:nvSpPr>
          <p:cNvPr id="1004" name="指標1値">
            <a:extLst xmlns:a="http://schemas.openxmlformats.org/drawingml/2006/main">
              <a:ext uri="{FF2B5EF4-FFF2-40B4-BE49-F238E27FC236}">
                <a16:creationId xmlns:a16="http://schemas.microsoft.com/office/drawing/2014/main" id="{B87EACAD-5C0C-4D0A-A53B-1C8CFB427B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28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240</a:t>
            </a:r>
          </a:p>
        </p:txBody>
      </p:sp>
      <p:sp>
        <p:nvSpPr>
          <p:cNvPr id="1005" name="指標1名">
            <a:extLst xmlns:a="http://schemas.openxmlformats.org/drawingml/2006/main">
              <a:ext uri="{FF2B5EF4-FFF2-40B4-BE49-F238E27FC236}">
                <a16:creationId xmlns:a16="http://schemas.microsoft.com/office/drawing/2014/main" id="{FCB6908B-EF5E-4228-B24F-4ACF43DE7C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全体</a:t>
            </a:r>
          </a:p>
        </p:txBody>
      </p:sp>
      <p:sp>
        <p:nvSpPr>
          <p:cNvPr id="1006" name="指標2値">
            <a:extLst xmlns:a="http://schemas.openxmlformats.org/drawingml/2006/main">
              <a:ext uri="{FF2B5EF4-FFF2-40B4-BE49-F238E27FC236}">
                <a16:creationId xmlns:a16="http://schemas.microsoft.com/office/drawing/2014/main" id="{E162BAB1-A1CC-4B15-A8D3-DCC6FE7D981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2850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120</a:t>
            </a:r>
          </a:p>
        </p:txBody>
      </p:sp>
      <p:sp>
        <p:nvSpPr>
          <p:cNvPr id="1007" name="指標2名">
            <a:extLst xmlns:a="http://schemas.openxmlformats.org/drawingml/2006/main">
              <a:ext uri="{FF2B5EF4-FFF2-40B4-BE49-F238E27FC236}">
                <a16:creationId xmlns:a16="http://schemas.microsoft.com/office/drawing/2014/main" id="{708D7B7D-7010-4F8A-A32A-F2E3C985EC3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区分A</a:t>
            </a:r>
          </a:p>
        </p:txBody>
      </p:sp>
      <p:sp>
        <p:nvSpPr>
          <p:cNvPr id="1008" name="指標3値">
            <a:extLst xmlns:a="http://schemas.openxmlformats.org/drawingml/2006/main">
              <a:ext uri="{FF2B5EF4-FFF2-40B4-BE49-F238E27FC236}">
                <a16:creationId xmlns:a16="http://schemas.microsoft.com/office/drawing/2014/main" id="{9D653F7A-F9FB-465E-80D8-597006A6D147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sz="2850" b="1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80</a:t>
            </a:r>
          </a:p>
        </p:txBody>
      </p:sp>
      <p:sp>
        <p:nvSpPr>
          <p:cNvPr id="1009" name="指標3名">
            <a:extLst xmlns:a="http://schemas.openxmlformats.org/drawingml/2006/main">
              <a:ext uri="{FF2B5EF4-FFF2-40B4-BE49-F238E27FC236}">
                <a16:creationId xmlns:a16="http://schemas.microsoft.com/office/drawing/2014/main" id="{7421F3D2-1720-431B-B08D-8A4E90A939D9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区分B</a:t>
            </a:r>
          </a:p>
        </p:txBody>
      </p:sp>
      <p:sp>
        <p:nvSpPr>
          <p:cNvPr id="1010" name="指標4値">
            <a:extLst xmlns:a="http://schemas.openxmlformats.org/drawingml/2006/main">
              <a:ext uri="{FF2B5EF4-FFF2-40B4-BE49-F238E27FC236}">
                <a16:creationId xmlns:a16="http://schemas.microsoft.com/office/drawing/2014/main" id="{2284FF48-5292-41B6-A55B-81008A05025F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285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40</a:t>
            </a:r>
          </a:p>
        </p:txBody>
      </p:sp>
      <p:sp>
        <p:nvSpPr>
          <p:cNvPr id="1011" name="指標4名">
            <a:extLst xmlns:a="http://schemas.openxmlformats.org/drawingml/2006/main">
              <a:ext uri="{FF2B5EF4-FFF2-40B4-BE49-F238E27FC236}">
                <a16:creationId xmlns:a16="http://schemas.microsoft.com/office/drawing/2014/main" id="{E3DD2783-E337-4894-9BF7-A004203DF8EA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区分C</a:t>
            </a:r>
          </a:p>
        </p:txBody>
      </p:sp>
      <p:sp>
        <p:nvSpPr>
          <p:cNvPr id="1012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E8A2ACD3-AA1B-4B4D-AC9D-4BFB04DE3ECC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数値の解釈</a:t>
            </a:r>
          </a:p>
        </p:txBody>
      </p:sp>
      <p:sp>
        <p:nvSpPr>
          <p:cNvPr id="1013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8E4905B7-8A6B-45C7-876C-780DE637D330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全体と内訳の関係、未分類・欠測の扱いを明記</a:t>
            </a:r>
          </a:p>
        </p:txBody>
      </p:sp>
      <p:graphicFrame>
        <p:nvGraphicFramePr>
          <p:cNvPr id="1027" name="主要数値の内訳"/>
          <p:cNvGraphicFramePr/>
          <p:nvPr>
            <p:ph type="tbl" idx="20"/>
          </p:nvPr>
        </p:nvGraphicFramePr>
        <p:xfrm>
          <a:off xmlns:a="http://schemas.openxmlformats.org/drawingml/2006/main" x="495300" y="3028950"/>
          <a:ext xmlns:a="http://schemas.openxmlformats.org/drawingml/2006/main" cx="11201400" cy="2305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2085975"/>
                <a:gridCol w="2085975"/>
                <a:gridCol w="2085975"/>
                <a:gridCol w="2085975"/>
              </a:tblGrid>
              <a:tr h="57626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対象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区分A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区分B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区分C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合計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拠点A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拠点B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全体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028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30D6BB52-6101-4B8B-B1F4-5B54D5A5431E}" type="slidenum"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243669861"/>
      </p:ext>
    </p:extLst>
  </p:cSld>
</p:sld>
</file>

<file path=ppt/slides/slide1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F7FBF3E4-299B-48FA-AD4D-91A8AA175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合計値の内訳</a:t>
            </a:r>
          </a:p>
        </p:txBody>
      </p:sp>
      <p:sp>
        <p:nvSpPr>
          <p:cNvPr id="1003" name="脚注">
            <a:extLst xmlns:a="http://schemas.openxmlformats.org/drawingml/2006/main">
              <a:ext uri="{FF2B5EF4-FFF2-40B4-BE49-F238E27FC236}">
                <a16:creationId xmlns:a16="http://schemas.microsoft.com/office/drawing/2014/main" id="{A3778521-8B37-4E42-98AF-6AAE6C1D3596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すべて架空の数値です。単位：件。</a:t>
            </a:r>
          </a:p>
        </p:txBody>
      </p:sp>
      <p:sp>
        <p:nvSpPr>
          <p:cNvPr id="1004" name="内訳1名">
            <a:extLst xmlns:a="http://schemas.openxmlformats.org/drawingml/2006/main">
              <a:ext uri="{FF2B5EF4-FFF2-40B4-BE49-F238E27FC236}">
                <a16:creationId xmlns:a16="http://schemas.microsoft.com/office/drawing/2014/main" id="{1261A915-5046-43DD-9D21-658A547223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80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主計画</a:t>
            </a:r>
          </a:p>
        </p:txBody>
      </p:sp>
      <p:sp>
        <p:nvSpPr>
          <p:cNvPr id="1005" name="内訳1値">
            <a:extLst xmlns:a="http://schemas.openxmlformats.org/drawingml/2006/main">
              <a:ext uri="{FF2B5EF4-FFF2-40B4-BE49-F238E27FC236}">
                <a16:creationId xmlns:a16="http://schemas.microsoft.com/office/drawing/2014/main" id="{E1F22CB6-8F52-42DA-ADC8-487415920F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360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600</a:t>
            </a:r>
          </a:p>
        </p:txBody>
      </p:sp>
      <p:sp>
        <p:nvSpPr>
          <p:cNvPr id="1006" name="内訳1説明">
            <a:extLst xmlns:a="http://schemas.openxmlformats.org/drawingml/2006/main">
              <a:ext uri="{FF2B5EF4-FFF2-40B4-BE49-F238E27FC236}">
                <a16:creationId xmlns:a16="http://schemas.microsoft.com/office/drawing/2014/main" id="{94260B63-35A8-4760-8EF3-A0CC3160981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5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中心となる実施範囲</a:t>
            </a:r>
          </a:p>
        </p:txBody>
      </p:sp>
      <p:sp>
        <p:nvSpPr>
          <p:cNvPr id="1007" name="内訳2名">
            <a:extLst xmlns:a="http://schemas.openxmlformats.org/drawingml/2006/main">
              <a:ext uri="{FF2B5EF4-FFF2-40B4-BE49-F238E27FC236}">
                <a16:creationId xmlns:a16="http://schemas.microsoft.com/office/drawing/2014/main" id="{D9D9DCEB-BF66-4476-BD73-216CE3AA7EB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80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予備</a:t>
            </a:r>
          </a:p>
        </p:txBody>
      </p:sp>
      <p:sp>
        <p:nvSpPr>
          <p:cNvPr id="1008" name="内訳2値">
            <a:extLst xmlns:a="http://schemas.openxmlformats.org/drawingml/2006/main">
              <a:ext uri="{FF2B5EF4-FFF2-40B4-BE49-F238E27FC236}">
                <a16:creationId xmlns:a16="http://schemas.microsoft.com/office/drawing/2014/main" id="{2BCB12F8-755B-493B-8708-2B8194272912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3600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100</a:t>
            </a:r>
          </a:p>
        </p:txBody>
      </p:sp>
      <p:sp>
        <p:nvSpPr>
          <p:cNvPr id="1009" name="内訳2説明">
            <a:extLst xmlns:a="http://schemas.openxmlformats.org/drawingml/2006/main">
              <a:ext uri="{FF2B5EF4-FFF2-40B4-BE49-F238E27FC236}">
                <a16:creationId xmlns:a16="http://schemas.microsoft.com/office/drawing/2014/main" id="{117808F9-C367-4071-B554-1247CFDE68F7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5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条件に応じて使用</a:t>
            </a:r>
          </a:p>
        </p:txBody>
      </p:sp>
      <p:sp>
        <p:nvSpPr>
          <p:cNvPr id="1010" name="内訳3名">
            <a:extLst xmlns:a="http://schemas.openxmlformats.org/drawingml/2006/main">
              <a:ext uri="{FF2B5EF4-FFF2-40B4-BE49-F238E27FC236}">
                <a16:creationId xmlns:a16="http://schemas.microsoft.com/office/drawing/2014/main" id="{AA5933C8-3CEB-4E85-84BF-65662070736E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1800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評価用</a:t>
            </a:r>
          </a:p>
        </p:txBody>
      </p:sp>
      <p:sp>
        <p:nvSpPr>
          <p:cNvPr id="1011" name="内訳3値">
            <a:extLst xmlns:a="http://schemas.openxmlformats.org/drawingml/2006/main">
              <a:ext uri="{FF2B5EF4-FFF2-40B4-BE49-F238E27FC236}">
                <a16:creationId xmlns:a16="http://schemas.microsoft.com/office/drawing/2014/main" id="{6AE4958E-C16D-46E3-9021-A88D8E6D38EF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3600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300</a:t>
            </a:r>
          </a:p>
        </p:txBody>
      </p:sp>
      <p:sp>
        <p:nvSpPr>
          <p:cNvPr id="1012" name="内訳3説明">
            <a:extLst xmlns:a="http://schemas.openxmlformats.org/drawingml/2006/main">
              <a:ext uri="{FF2B5EF4-FFF2-40B4-BE49-F238E27FC236}">
                <a16:creationId xmlns:a16="http://schemas.microsoft.com/office/drawing/2014/main" id="{EFCA5C78-6F1D-4A4C-A85C-AC28203EE6DC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5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別の目的で管理</a:t>
            </a:r>
          </a:p>
        </p:txBody>
      </p:sp>
      <p:sp>
        <p:nvSpPr>
          <p:cNvPr id="1013" name="合計">
            <a:extLst xmlns:a="http://schemas.openxmlformats.org/drawingml/2006/main">
              <a:ext uri="{FF2B5EF4-FFF2-40B4-BE49-F238E27FC236}">
                <a16:creationId xmlns:a16="http://schemas.microsoft.com/office/drawing/2014/main" id="{8975BD39-7CC5-44C3-8512-97E753B13E65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28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合計 1,000</a:t>
            </a:r>
          </a:p>
        </p:txBody>
      </p:sp>
      <p:sp>
        <p:nvSpPr>
          <p:cNvPr id="1014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726F992E-79E1-4031-9969-1A4BCF697A8B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配分方針</a:t>
            </a:r>
          </a:p>
        </p:txBody>
      </p:sp>
      <p:sp>
        <p:nvSpPr>
          <p:cNvPr id="1015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3756C9A1-6D79-4DE1-9777-32799F5B8CC7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各内訳の目的と、合計に含める範囲を説明</a:t>
            </a:r>
          </a:p>
        </p:txBody>
      </p:sp>
      <p:sp>
        <p:nvSpPr>
          <p:cNvPr id="1016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473AFA03-505E-4CAC-8DB5-CF54ADA60213}" type="slidenum"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2103379997"/>
      </p:ext>
    </p:extLst>
  </p:cSld>
</p:sld>
</file>

<file path=ppt/slides/slide1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5E0B0BC9-5F44-4902-8CB8-C8DA27926D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全体配分と対象別の配分</a:t>
            </a:r>
          </a:p>
        </p:txBody>
      </p:sp>
      <p:sp>
        <p:nvSpPr>
          <p:cNvPr id="1003" name="脚注">
            <a:extLst xmlns:a="http://schemas.openxmlformats.org/drawingml/2006/main">
              <a:ext uri="{FF2B5EF4-FFF2-40B4-BE49-F238E27FC236}">
                <a16:creationId xmlns:a16="http://schemas.microsoft.com/office/drawing/2014/main" id="{A70762DA-756E-4157-BB1A-FCE535D870D1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すべて架空の数値です。単位：件。上下の表は同じ全体を示します。</a:t>
            </a:r>
          </a:p>
        </p:txBody>
      </p:sp>
      <p:sp>
        <p:nvSpPr>
          <p:cNvPr id="1004" name="上表見出し">
            <a:extLst xmlns:a="http://schemas.openxmlformats.org/drawingml/2006/main">
              <a:ext uri="{FF2B5EF4-FFF2-40B4-BE49-F238E27FC236}">
                <a16:creationId xmlns:a16="http://schemas.microsoft.com/office/drawing/2014/main" id="{4C444512-4D30-4592-8AC6-4C91D84517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3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全体の配分</a:t>
            </a:r>
          </a:p>
        </p:txBody>
      </p:sp>
      <p:sp>
        <p:nvSpPr>
          <p:cNvPr id="1005" name="下表見出し">
            <a:extLst xmlns:a="http://schemas.openxmlformats.org/drawingml/2006/main">
              <a:ext uri="{FF2B5EF4-FFF2-40B4-BE49-F238E27FC236}">
                <a16:creationId xmlns:a16="http://schemas.microsoft.com/office/drawing/2014/main" id="{714C38C7-BBEC-4300-AC68-2B78B201B36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3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対象別の配分</a:t>
            </a:r>
          </a:p>
        </p:txBody>
      </p:sp>
      <p:sp>
        <p:nvSpPr>
          <p:cNvPr id="1006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D3BEA784-9CF0-4935-88E9-34369DE0D0CF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配分の管理</a:t>
            </a:r>
          </a:p>
        </p:txBody>
      </p:sp>
      <p:sp>
        <p:nvSpPr>
          <p:cNvPr id="1007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92AA46EE-5F98-4B04-9693-08C1E2045C62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同じ全体数を別の切り口で示すときは、集計単位を統一</a:t>
            </a:r>
          </a:p>
        </p:txBody>
      </p:sp>
      <p:graphicFrame>
        <p:nvGraphicFramePr>
          <p:cNvPr id="1016" name="全体配分表"/>
          <p:cNvGraphicFramePr/>
          <p:nvPr>
            <p:ph type="tbl" idx="2"/>
          </p:nvPr>
        </p:nvGraphicFramePr>
        <p:xfrm>
          <a:off xmlns:a="http://schemas.openxmlformats.org/drawingml/2006/main" x="495300" y="2038350"/>
          <a:ext xmlns:a="http://schemas.openxmlformats.org/drawingml/2006/main" cx="11201400" cy="1828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2085975"/>
                <a:gridCol w="2085975"/>
                <a:gridCol w="2085975"/>
                <a:gridCol w="2085975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区分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第1期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第2期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第3期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合計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区分A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区分B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全体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17" name="対象配分表"/>
          <p:cNvGraphicFramePr/>
          <p:nvPr>
            <p:ph type="tbl" idx="4"/>
          </p:nvPr>
        </p:nvGraphicFramePr>
        <p:xfrm>
          <a:off xmlns:a="http://schemas.openxmlformats.org/drawingml/2006/main" x="495300" y="4514850"/>
          <a:ext xmlns:a="http://schemas.openxmlformats.org/drawingml/2006/main" cx="11201400" cy="857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2238375"/>
                <a:gridCol w="2238375"/>
                <a:gridCol w="2238375"/>
                <a:gridCol w="2247900"/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拠点A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拠点B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拠点C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拠点D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合計</a:t>
                      </a:r>
                    </a:p>
                  </a:txBody>
                  <a:tcPr marL="114300" marR="114300" marT="57150" marB="57150" anchor="ctr">
                    <a:solidFill>
                      <a:schemeClr val="accent2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240</a:t>
                      </a:r>
                    </a:p>
                  </a:txBody>
                  <a:tcPr marL="114300" marR="114300" marT="57150" marB="57150" anchor="ctr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018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2A4622A5-D8D6-4E08-BB0C-DAC9CC6E32C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1657321761"/>
      </p:ext>
    </p:extLst>
  </p:cSld>
</p:sld>
</file>

<file path=ppt/slides/slide1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2F201E0E-49C5-46A0-9F4B-CE855D454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工程表と意思決定</a:t>
            </a:r>
          </a:p>
        </p:txBody>
      </p:sp>
      <p:sp>
        <p:nvSpPr>
          <p:cNvPr id="1003" name="脚注">
            <a:extLst xmlns:a="http://schemas.openxmlformats.org/drawingml/2006/main">
              <a:ext uri="{FF2B5EF4-FFF2-40B4-BE49-F238E27FC236}">
                <a16:creationId xmlns:a16="http://schemas.microsoft.com/office/drawing/2014/main" id="{D9A3BE28-36E7-4E01-901E-AA286AA498E1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/>
            </a:r>
          </a:p>
        </p:txBody>
      </p:sp>
      <p:sp>
        <p:nvSpPr>
          <p:cNvPr id="1004" name="時点1">
            <a:extLst xmlns:a="http://schemas.openxmlformats.org/drawingml/2006/main">
              <a:ext uri="{FF2B5EF4-FFF2-40B4-BE49-F238E27FC236}">
                <a16:creationId xmlns:a16="http://schemas.microsoft.com/office/drawing/2014/main" id="{3400855D-C31B-44EE-A26A-DE5610257A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5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第1期</a:t>
            </a:r>
          </a:p>
        </p:txBody>
      </p:sp>
      <p:sp>
        <p:nvSpPr>
          <p:cNvPr id="1005" name="工程1">
            <a:extLst xmlns:a="http://schemas.openxmlformats.org/drawingml/2006/main">
              <a:ext uri="{FF2B5EF4-FFF2-40B4-BE49-F238E27FC236}">
                <a16:creationId xmlns:a16="http://schemas.microsoft.com/office/drawing/2014/main" id="{DC6B6E3E-246C-4588-B6DB-0A04ABE0B2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目的の整理</a:t>
            </a:r>
          </a:p>
        </p:txBody>
      </p:sp>
      <p:sp>
        <p:nvSpPr>
          <p:cNvPr id="1006" name="工程説明1">
            <a:extLst xmlns:a="http://schemas.openxmlformats.org/drawingml/2006/main">
              <a:ext uri="{FF2B5EF4-FFF2-40B4-BE49-F238E27FC236}">
                <a16:creationId xmlns:a16="http://schemas.microsoft.com/office/drawing/2014/main" id="{395636DC-200E-4631-8EFA-B65359ADA54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対象と前提</a:t>
            </a:r>
          </a:p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実施体制</a:t>
            </a:r>
          </a:p>
        </p:txBody>
      </p:sp>
      <p:sp>
        <p:nvSpPr>
          <p:cNvPr id="1007" name="時点2">
            <a:extLst xmlns:a="http://schemas.openxmlformats.org/drawingml/2006/main">
              <a:ext uri="{FF2B5EF4-FFF2-40B4-BE49-F238E27FC236}">
                <a16:creationId xmlns:a16="http://schemas.microsoft.com/office/drawing/2014/main" id="{C7EFED51-D5E5-4975-B31C-BC314832B6E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5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第2期</a:t>
            </a:r>
          </a:p>
        </p:txBody>
      </p:sp>
      <p:sp>
        <p:nvSpPr>
          <p:cNvPr id="1008" name="工程2">
            <a:extLst xmlns:a="http://schemas.openxmlformats.org/drawingml/2006/main">
              <a:ext uri="{FF2B5EF4-FFF2-40B4-BE49-F238E27FC236}">
                <a16:creationId xmlns:a16="http://schemas.microsoft.com/office/drawing/2014/main" id="{DF6C8226-9959-478A-AF98-8B98529FF4D2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計画の具体化</a:t>
            </a:r>
          </a:p>
        </p:txBody>
      </p:sp>
      <p:sp>
        <p:nvSpPr>
          <p:cNvPr id="1009" name="工程説明2">
            <a:extLst xmlns:a="http://schemas.openxmlformats.org/drawingml/2006/main">
              <a:ext uri="{FF2B5EF4-FFF2-40B4-BE49-F238E27FC236}">
                <a16:creationId xmlns:a16="http://schemas.microsoft.com/office/drawing/2014/main" id="{80FABE9B-57A1-4E71-B465-47A1FDDD3B5A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手順と配分</a:t>
            </a:r>
          </a:p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担当の決定</a:t>
            </a:r>
          </a:p>
        </p:txBody>
      </p:sp>
      <p:sp>
        <p:nvSpPr>
          <p:cNvPr id="1010" name="時点3">
            <a:extLst xmlns:a="http://schemas.openxmlformats.org/drawingml/2006/main">
              <a:ext uri="{FF2B5EF4-FFF2-40B4-BE49-F238E27FC236}">
                <a16:creationId xmlns:a16="http://schemas.microsoft.com/office/drawing/2014/main" id="{68436939-C84D-4B80-83AE-6F87DF0B942A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5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第3期</a:t>
            </a:r>
          </a:p>
        </p:txBody>
      </p:sp>
      <p:sp>
        <p:nvSpPr>
          <p:cNvPr id="1011" name="工程3">
            <a:extLst xmlns:a="http://schemas.openxmlformats.org/drawingml/2006/main">
              <a:ext uri="{FF2B5EF4-FFF2-40B4-BE49-F238E27FC236}">
                <a16:creationId xmlns:a16="http://schemas.microsoft.com/office/drawing/2014/main" id="{6B437E41-ABB7-44CC-B46F-143AB297C43A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試行と確認</a:t>
            </a:r>
          </a:p>
        </p:txBody>
      </p:sp>
      <p:sp>
        <p:nvSpPr>
          <p:cNvPr id="1012" name="工程説明3">
            <a:extLst xmlns:a="http://schemas.openxmlformats.org/drawingml/2006/main">
              <a:ext uri="{FF2B5EF4-FFF2-40B4-BE49-F238E27FC236}">
                <a16:creationId xmlns:a16="http://schemas.microsoft.com/office/drawing/2014/main" id="{3E98F2D0-4602-4B17-8E6C-876712CC7FF9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結果の把握</a:t>
            </a:r>
          </a:p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条件の見直し</a:t>
            </a:r>
          </a:p>
        </p:txBody>
      </p:sp>
      <p:sp>
        <p:nvSpPr>
          <p:cNvPr id="1013" name="時点4">
            <a:extLst xmlns:a="http://schemas.openxmlformats.org/drawingml/2006/main">
              <a:ext uri="{FF2B5EF4-FFF2-40B4-BE49-F238E27FC236}">
                <a16:creationId xmlns:a16="http://schemas.microsoft.com/office/drawing/2014/main" id="{7DCF0F06-7E8B-4182-8C63-9E47CD1AC1C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1575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判定後</a:t>
            </a:r>
          </a:p>
        </p:txBody>
      </p:sp>
      <p:sp>
        <p:nvSpPr>
          <p:cNvPr id="1014" name="工程4">
            <a:extLst xmlns:a="http://schemas.openxmlformats.org/drawingml/2006/main">
              <a:ext uri="{FF2B5EF4-FFF2-40B4-BE49-F238E27FC236}">
                <a16:creationId xmlns:a16="http://schemas.microsoft.com/office/drawing/2014/main" id="{BF078956-892E-4F80-AC56-6F5F279776C0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対象の拡張</a:t>
            </a:r>
          </a:p>
        </p:txBody>
      </p:sp>
      <p:sp>
        <p:nvSpPr>
          <p:cNvPr id="1015" name="工程説明4">
            <a:extLst xmlns:a="http://schemas.openxmlformats.org/drawingml/2006/main">
              <a:ext uri="{FF2B5EF4-FFF2-40B4-BE49-F238E27FC236}">
                <a16:creationId xmlns:a16="http://schemas.microsoft.com/office/drawing/2014/main" id="{236549B8-0AFD-41B0-918C-219D1A1413DF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計画の更新</a:t>
            </a:r>
          </a:p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体制の拡張</a:t>
            </a:r>
          </a:p>
        </p:txBody>
      </p:sp>
      <p:sp>
        <p:nvSpPr>
          <p:cNvPr id="1016" name="時点5">
            <a:extLst xmlns:a="http://schemas.openxmlformats.org/drawingml/2006/main">
              <a:ext uri="{FF2B5EF4-FFF2-40B4-BE49-F238E27FC236}">
                <a16:creationId xmlns:a16="http://schemas.microsoft.com/office/drawing/2014/main" id="{063F2466-FD3C-4343-86B3-858F9298808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1575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評価時</a:t>
            </a:r>
          </a:p>
        </p:txBody>
      </p:sp>
      <p:sp>
        <p:nvSpPr>
          <p:cNvPr id="1017" name="工程5">
            <a:extLst xmlns:a="http://schemas.openxmlformats.org/drawingml/2006/main">
              <a:ext uri="{FF2B5EF4-FFF2-40B4-BE49-F238E27FC236}">
                <a16:creationId xmlns:a16="http://schemas.microsoft.com/office/drawing/2014/main" id="{7EDEF587-BD9A-4350-A683-8B3A7A17953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方針の決定</a:t>
            </a:r>
          </a:p>
        </p:txBody>
      </p:sp>
      <p:sp>
        <p:nvSpPr>
          <p:cNvPr id="1018" name="工程説明5">
            <a:extLst xmlns:a="http://schemas.openxmlformats.org/drawingml/2006/main">
              <a:ext uri="{FF2B5EF4-FFF2-40B4-BE49-F238E27FC236}">
                <a16:creationId xmlns:a16="http://schemas.microsoft.com/office/drawing/2014/main" id="{CC272E57-51BA-4F46-991C-BFDBC5DFFA24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基準との比較</a:t>
            </a:r>
          </a:p>
          <a:p xmlns:a="http://schemas.openxmlformats.org/drawingml/2006/main">
            <a:pPr>
              <a:defRPr sz="142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次期の計画</a:t>
            </a:r>
          </a:p>
        </p:txBody>
      </p:sp>
      <p:sp>
        <p:nvSpPr>
          <p:cNvPr id="1019" name="意思決定">
            <a:extLst xmlns:a="http://schemas.openxmlformats.org/drawingml/2006/main">
              <a:ext uri="{FF2B5EF4-FFF2-40B4-BE49-F238E27FC236}">
                <a16:creationId xmlns:a16="http://schemas.microsoft.com/office/drawing/2014/main" id="{B09164B3-D043-4BB0-80B4-3789A0E83471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sz="1575" b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今回決めること：対象範囲、優先順位、担当と期限</a:t>
            </a:r>
          </a:p>
        </p:txBody>
      </p:sp>
      <p:sp>
        <p:nvSpPr>
          <p:cNvPr id="1020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4F1274DF-089C-4439-909B-C4CEEABD1EE5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lt1"/>
                </a:solidFill>
                <a:latin typeface="+mn-lt"/>
                <a:ea typeface="+mn-ea"/>
                <a:cs typeface="+mn-cs"/>
              </a:rPr>
              <a:t>担当</a:t>
            </a:r>
          </a:p>
        </p:txBody>
      </p:sp>
      <p:sp>
        <p:nvSpPr>
          <p:cNvPr id="1021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97670DA1-05F7-48A3-8507-09185555D4B4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lt1"/>
                </a:solidFill>
                <a:latin typeface="+mn-lt"/>
                <a:ea typeface="+mn-ea"/>
                <a:cs typeface="+mn-cs"/>
              </a:rPr>
              <a:t>各工程の責任者と連絡先を記載</a:t>
            </a:r>
          </a:p>
        </p:txBody>
      </p:sp>
      <p:sp>
        <p:nvSpPr>
          <p:cNvPr id="1022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51E5009C-5497-4BBF-BE2D-403D0DB5CF22}" type="slidenum"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1792298217"/>
      </p:ext>
    </p:extLst>
  </p:cSld>
</p:sld>
</file>

<file path=ppt/slides/slide1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" name="タイトル">
            <a:extLst xmlns:a="http://schemas.openxmlformats.org/drawingml/2006/main">
              <a:ext uri="{FF2B5EF4-FFF2-40B4-BE49-F238E27FC236}">
                <a16:creationId xmlns:a16="http://schemas.microsoft.com/office/drawing/2014/main" id="{7C824E31-7078-4693-B9D2-5278AD20E0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長いタイトルを2行で示す場合の構成例</a:t>
            </a:r>
          </a:p>
          <a:p xmlns:a="http://schemas.openxmlformats.org/drawingml/2006/main">
            <a:pPr>
              <a:defRPr sz="25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本文の開始位置を下げて余白を確保</a:t>
            </a:r>
          </a:p>
        </p:txBody>
      </p:sp>
      <p:sp>
        <p:nvSpPr>
          <p:cNvPr id="1003" name="脚注">
            <a:extLst xmlns:a="http://schemas.openxmlformats.org/drawingml/2006/main">
              <a:ext uri="{FF2B5EF4-FFF2-40B4-BE49-F238E27FC236}">
                <a16:creationId xmlns:a16="http://schemas.microsoft.com/office/drawing/2014/main" id="{203674A9-97C9-4CD8-8E83-F68F9C4E0BA5}"/>
              </a:ext>
            </a:extLst>
          </p:cNvPr>
          <p:cNvSpPr>
            <a:spLocks xmlns:a="http://schemas.openxmlformats.org/drawingml/2006/main" noGrp="1"/>
          </p:cNvSpPr>
          <p:nvPr>
            <p:ph type="body" idx="90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sz="975" b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/>
            </a:r>
          </a:p>
        </p:txBody>
      </p:sp>
      <p:sp>
        <p:nvSpPr>
          <p:cNvPr id="1004" name="左見出し">
            <a:extLst xmlns:a="http://schemas.openxmlformats.org/drawingml/2006/main">
              <a:ext uri="{FF2B5EF4-FFF2-40B4-BE49-F238E27FC236}">
                <a16:creationId xmlns:a16="http://schemas.microsoft.com/office/drawing/2014/main" id="{19DF595D-CF91-4A45-812C-A778AD6D09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要点</a:t>
            </a:r>
          </a:p>
        </p:txBody>
      </p:sp>
      <p:sp>
        <p:nvSpPr>
          <p:cNvPr id="1005" name="左本文">
            <a:extLst xmlns:a="http://schemas.openxmlformats.org/drawingml/2006/main">
              <a:ext uri="{FF2B5EF4-FFF2-40B4-BE49-F238E27FC236}">
                <a16:creationId xmlns:a16="http://schemas.microsoft.com/office/drawing/2014/main" id="{2F61DFB4-1AFA-4865-A22C-211DD1585D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長いタイトルは2行まで。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見出しと本文の間に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十分な余白を確保します。</a:t>
            </a:r>
          </a:p>
        </p:txBody>
      </p:sp>
      <p:sp>
        <p:nvSpPr>
          <p:cNvPr id="1006" name="右見出し">
            <a:extLst xmlns:a="http://schemas.openxmlformats.org/drawingml/2006/main">
              <a:ext uri="{FF2B5EF4-FFF2-40B4-BE49-F238E27FC236}">
                <a16:creationId xmlns:a16="http://schemas.microsoft.com/office/drawing/2014/main" id="{1B956957-E795-4069-8124-761A2347BC1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875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補足</a:t>
            </a:r>
          </a:p>
        </p:txBody>
      </p:sp>
      <p:sp>
        <p:nvSpPr>
          <p:cNvPr id="1007" name="右本文">
            <a:extLst xmlns:a="http://schemas.openxmlformats.org/drawingml/2006/main">
              <a:ext uri="{FF2B5EF4-FFF2-40B4-BE49-F238E27FC236}">
                <a16:creationId xmlns:a16="http://schemas.microsoft.com/office/drawing/2014/main" id="{5A7224D5-0D09-47EE-A3B9-33C36929607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短くできる情報は本文へ。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詳細が多い場合は</a:t>
            </a:r>
          </a:p>
          <a:p xmlns:a="http://schemas.openxmlformats.org/drawingml/2006/main">
            <a:pPr>
              <a:defRPr sz="16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次のページに分けます。</a:t>
            </a:r>
          </a:p>
        </p:txBody>
      </p:sp>
      <p:sp>
        <p:nvSpPr>
          <p:cNvPr id="1008" name="結論ラベル">
            <a:extLst xmlns:a="http://schemas.openxmlformats.org/drawingml/2006/main">
              <a:ext uri="{FF2B5EF4-FFF2-40B4-BE49-F238E27FC236}">
                <a16:creationId xmlns:a16="http://schemas.microsoft.com/office/drawing/2014/main" id="{3E6F8315-B092-4D59-8DEC-6F02528196E6}"/>
              </a:ext>
            </a:extLst>
          </p:cNvPr>
          <p:cNvSpPr>
            <a:spLocks xmlns:a="http://schemas.openxmlformats.org/drawingml/2006/main" noGrp="1"/>
          </p:cNvSpPr>
          <p:nvPr>
            <p:ph type="body" idx="8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sz="1650" b="1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配置の選択</a:t>
            </a:r>
          </a:p>
        </p:txBody>
      </p:sp>
      <p:sp>
        <p:nvSpPr>
          <p:cNvPr id="1009" name="結論本文">
            <a:extLst xmlns:a="http://schemas.openxmlformats.org/drawingml/2006/main">
              <a:ext uri="{FF2B5EF4-FFF2-40B4-BE49-F238E27FC236}">
                <a16:creationId xmlns:a16="http://schemas.microsoft.com/office/drawing/2014/main" id="{A604CD84-8454-4E33-923E-7A110A5C5572}"/>
              </a:ext>
            </a:extLst>
          </p:cNvPr>
          <p:cNvSpPr>
            <a:spLocks xmlns:a="http://schemas.openxmlformats.org/drawingml/2006/main" noGrp="1"/>
          </p:cNvSpPr>
          <p:nvPr>
            <p:ph type="body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［長いタイトル・2列］レイアウトを使用</a:t>
            </a:r>
          </a:p>
        </p:txBody>
      </p:sp>
      <p:sp>
        <p:nvSpPr>
          <p:cNvPr id="1010" name="自動ページ番号">
            <a:extLst xmlns:a="http://schemas.openxmlformats.org/drawingml/2006/main">
              <a:ext uri="{FF2B5EF4-FFF2-40B4-BE49-F238E27FC236}">
                <a16:creationId xmlns:a16="http://schemas.microsoft.com/office/drawing/2014/main" id="{80F2DFAE-E190-47D7-948A-71054E1E1B01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91"/>
          </p:nvPr>
        </p:nvSpPr>
        <p:spPr>
          <a:xfrm xmlns:a="http://schemas.openxmlformats.org/drawingml/2006/main">
            <a:off x="11201400" y="17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fld id="{D8225551-D7D7-4F95-ABE2-7F94689E8629}" type="slidenum"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1915080435"/>
      </p:ext>
    </p:extLst>
  </p:cSld>
</p:sld>
</file>

<file path=ppt/theme/theme1.xml><?xml version="1.0" encoding="utf-8"?>
<a:theme xmlns:a="http://schemas.openxmlformats.org/drawingml/2006/main" name="ChatGPT">
  <a:themeElements>
    <a:clrScheme name="MCLab Teal">
      <a:dk1>
        <a:srgbClr val="212121"/>
      </a:dk1>
      <a:lt1>
        <a:srgbClr val="FFFFFF"/>
      </a:lt1>
      <a:dk2>
        <a:srgbClr val="666666"/>
      </a:dk2>
      <a:lt2>
        <a:srgbClr val="F5F5F5"/>
      </a:lt2>
      <a:accent1>
        <a:srgbClr val="28B5A2"/>
      </a:accent1>
      <a:accent2>
        <a:srgbClr val="1E8C7D"/>
      </a:accent2>
      <a:accent3>
        <a:srgbClr val="01579B"/>
      </a:accent3>
      <a:accent4>
        <a:srgbClr val="ED6C02"/>
      </a:accent4>
      <a:accent5>
        <a:srgbClr val="C62828"/>
      </a:accent5>
      <a:accent6>
        <a:srgbClr val="2E7D32"/>
      </a:accent6>
      <a:hlink>
        <a:srgbClr val="01579B"/>
      </a:hlink>
      <a:folHlink>
        <a:srgbClr val="6A3D9A"/>
      </a:folHlink>
    </a:clrScheme>
    <a:fontScheme name="MCLab Teal">
      <a:majorFont>
        <a:latin typeface="Roboto"/>
        <a:ea typeface="Hiragino Sans"/>
        <a:cs typeface="Roboto"/>
        <a:font script="Jpan" typeface="Hiragino Sans"/>
      </a:majorFont>
      <a:minorFont>
        <a:latin typeface="Roboto"/>
        <a:ea typeface="Hiragino Sans"/>
        <a:cs typeface="Roboto"/>
        <a:font script="Jpan" typeface="Hiragino Sans"/>
      </a:minorFont>
    </a:fontScheme>
    <a:fmtScheme name="MCLab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2026-09-10T00:43:34.4030000Z</dcterms:created>
  <dcterms:modified xsi:type="dcterms:W3CDTF">2026-09-10T00:43:34.4030000Z</dcterms:modified>
</coreProperties>
</file>